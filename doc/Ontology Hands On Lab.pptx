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9" r:id="rId1"/>
  </p:sldMasterIdLst>
  <p:notesMasterIdLst>
    <p:notesMasterId r:id="rId20"/>
  </p:notesMasterIdLst>
  <p:handoutMasterIdLst>
    <p:handoutMasterId r:id="rId21"/>
  </p:handoutMasterIdLst>
  <p:sldIdLst>
    <p:sldId id="367" r:id="rId2"/>
    <p:sldId id="651" r:id="rId3"/>
    <p:sldId id="663" r:id="rId4"/>
    <p:sldId id="694" r:id="rId5"/>
    <p:sldId id="695" r:id="rId6"/>
    <p:sldId id="696" r:id="rId7"/>
    <p:sldId id="700" r:id="rId8"/>
    <p:sldId id="701" r:id="rId9"/>
    <p:sldId id="704" r:id="rId10"/>
    <p:sldId id="702" r:id="rId11"/>
    <p:sldId id="690" r:id="rId12"/>
    <p:sldId id="705" r:id="rId13"/>
    <p:sldId id="750" r:id="rId14"/>
    <p:sldId id="751" r:id="rId15"/>
    <p:sldId id="706" r:id="rId16"/>
    <p:sldId id="707" r:id="rId17"/>
    <p:sldId id="731" r:id="rId18"/>
    <p:sldId id="732" r:id="rId19"/>
  </p:sldIdLst>
  <p:sldSz cx="9906000" cy="6858000" type="A4"/>
  <p:notesSz cx="7102475" cy="10231438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5pPr>
    <a:lvl6pPr marL="2286000" algn="l" defTabSz="914400" rtl="0" eaLnBrk="1" latinLnBrk="1" hangingPunct="1"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6pPr>
    <a:lvl7pPr marL="2743200" algn="l" defTabSz="914400" rtl="0" eaLnBrk="1" latinLnBrk="1" hangingPunct="1"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7pPr>
    <a:lvl8pPr marL="3200400" algn="l" defTabSz="914400" rtl="0" eaLnBrk="1" latinLnBrk="1" hangingPunct="1"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8pPr>
    <a:lvl9pPr marL="3657600" algn="l" defTabSz="914400" rtl="0" eaLnBrk="1" latinLnBrk="1" hangingPunct="1"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28">
          <p15:clr>
            <a:srgbClr val="A4A3A4"/>
          </p15:clr>
        </p15:guide>
        <p15:guide id="2" orient="horz" pos="2886">
          <p15:clr>
            <a:srgbClr val="A4A3A4"/>
          </p15:clr>
        </p15:guide>
        <p15:guide id="3" orient="horz" pos="1661">
          <p15:clr>
            <a:srgbClr val="A4A3A4"/>
          </p15:clr>
        </p15:guide>
        <p15:guide id="4" orient="horz" pos="1207">
          <p15:clr>
            <a:srgbClr val="A4A3A4"/>
          </p15:clr>
        </p15:guide>
        <p15:guide id="5" orient="horz" pos="4065">
          <p15:clr>
            <a:srgbClr val="A4A3A4"/>
          </p15:clr>
        </p15:guide>
        <p15:guide id="6" pos="3120">
          <p15:clr>
            <a:srgbClr val="A4A3A4"/>
          </p15:clr>
        </p15:guide>
        <p15:guide id="7" pos="289">
          <p15:clr>
            <a:srgbClr val="A4A3A4"/>
          </p15:clr>
        </p15:guide>
        <p15:guide id="8" pos="6080">
          <p15:clr>
            <a:srgbClr val="A4A3A4"/>
          </p15:clr>
        </p15:guide>
        <p15:guide id="9" pos="1070">
          <p15:clr>
            <a:srgbClr val="A4A3A4"/>
          </p15:clr>
        </p15:guide>
        <p15:guide id="10" pos="1389">
          <p15:clr>
            <a:srgbClr val="A4A3A4"/>
          </p15:clr>
        </p15:guide>
        <p15:guide id="11" pos="5116">
          <p15:clr>
            <a:srgbClr val="A4A3A4"/>
          </p15:clr>
        </p15:guide>
        <p15:guide id="12" pos="3576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yoonchan" initials="y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66"/>
    <a:srgbClr val="FFCCFF"/>
    <a:srgbClr val="FFCC66"/>
    <a:srgbClr val="FF99CC"/>
    <a:srgbClr val="D9D9D9"/>
    <a:srgbClr val="C0C0C0"/>
    <a:srgbClr val="B2B2B2"/>
    <a:srgbClr val="CC3300"/>
    <a:srgbClr val="CCFFFF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460" autoAdjust="0"/>
    <p:restoredTop sz="97505" autoAdjust="0"/>
  </p:normalViewPr>
  <p:slideViewPr>
    <p:cSldViewPr showGuides="1">
      <p:cViewPr varScale="1">
        <p:scale>
          <a:sx n="163" d="100"/>
          <a:sy n="163" d="100"/>
        </p:scale>
        <p:origin x="1600" y="108"/>
      </p:cViewPr>
      <p:guideLst>
        <p:guide orient="horz" pos="528"/>
        <p:guide orient="horz" pos="2886"/>
        <p:guide orient="horz" pos="1661"/>
        <p:guide orient="horz" pos="1207"/>
        <p:guide orient="horz" pos="4065"/>
        <p:guide pos="3120"/>
        <p:guide pos="289"/>
        <p:guide pos="6080"/>
        <p:guide pos="1070"/>
        <p:guide pos="1389"/>
        <p:guide pos="5116"/>
        <p:guide pos="3576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8163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8" tIns="45724" rIns="91448" bIns="45724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2725" y="0"/>
            <a:ext cx="3078163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8" tIns="45724" rIns="91448" bIns="45724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915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18675"/>
            <a:ext cx="3078163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8" tIns="45724" rIns="91448" bIns="45724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915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2725" y="9718675"/>
            <a:ext cx="3078163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8" tIns="45724" rIns="91448" bIns="45724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fld id="{B4DB063E-6351-45BD-83FC-C2A8C33CE5EC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2641764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8163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070" tIns="47535" rIns="95070" bIns="47535" numCol="1" anchor="t" anchorCtr="0" compatLnSpc="1">
            <a:prstTxWarp prst="textNoShape">
              <a:avLst/>
            </a:prstTxWarp>
          </a:bodyPr>
          <a:lstStyle>
            <a:lvl1pPr defTabSz="950913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7613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4313" y="0"/>
            <a:ext cx="3078162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070" tIns="47535" rIns="95070" bIns="47535" numCol="1" anchor="t" anchorCtr="0" compatLnSpc="1">
            <a:prstTxWarp prst="textNoShape">
              <a:avLst/>
            </a:prstTxWarp>
          </a:bodyPr>
          <a:lstStyle>
            <a:lvl1pPr algn="r" defTabSz="950913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49300" y="727075"/>
            <a:ext cx="5605463" cy="388143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613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7738" y="4852988"/>
            <a:ext cx="5207000" cy="4608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070" tIns="47535" rIns="95070" bIns="4753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17613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02800"/>
            <a:ext cx="3078163" cy="568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070" tIns="47535" rIns="95070" bIns="47535" numCol="1" anchor="b" anchorCtr="0" compatLnSpc="1">
            <a:prstTxWarp prst="textNoShape">
              <a:avLst/>
            </a:prstTxWarp>
          </a:bodyPr>
          <a:lstStyle>
            <a:lvl1pPr defTabSz="950913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7613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4313" y="9702800"/>
            <a:ext cx="3078162" cy="568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070" tIns="47535" rIns="95070" bIns="47535" numCol="1" anchor="b" anchorCtr="0" compatLnSpc="1">
            <a:prstTxWarp prst="textNoShape">
              <a:avLst/>
            </a:prstTxWarp>
          </a:bodyPr>
          <a:lstStyle>
            <a:lvl1pPr algn="r" defTabSz="950913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fld id="{DFDA10C7-5E39-4D14-B71F-3F28145FA45D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9852080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6628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362F8734-003F-4322-9DC4-8B05D2E9BC77}" type="slidenum">
              <a:rPr lang="en-US" altLang="ko-KR" smtClean="0"/>
              <a:pPr eaLnBrk="1" hangingPunct="1">
                <a:spcBef>
                  <a:spcPct val="0"/>
                </a:spcBef>
              </a:pPr>
              <a:t>1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0953161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4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342289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5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6124404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6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7546997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7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705487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759793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9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636984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7077028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9618554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13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190597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14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6417346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15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859784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16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1094917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17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911529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014723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ne 21"/>
          <p:cNvSpPr>
            <a:spLocks noChangeShapeType="1"/>
          </p:cNvSpPr>
          <p:nvPr userDrawn="1"/>
        </p:nvSpPr>
        <p:spPr bwMode="auto">
          <a:xfrm>
            <a:off x="1460500" y="1143000"/>
            <a:ext cx="718661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" name="Line 23"/>
          <p:cNvSpPr>
            <a:spLocks noChangeShapeType="1"/>
          </p:cNvSpPr>
          <p:nvPr userDrawn="1"/>
        </p:nvSpPr>
        <p:spPr bwMode="auto">
          <a:xfrm>
            <a:off x="1460500" y="3733800"/>
            <a:ext cx="718661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ctrTitle"/>
          </p:nvPr>
        </p:nvSpPr>
        <p:spPr>
          <a:xfrm>
            <a:off x="1976713" y="1844824"/>
            <a:ext cx="5928615" cy="1082675"/>
          </a:xfrm>
        </p:spPr>
        <p:txBody>
          <a:bodyPr/>
          <a:lstStyle>
            <a:lvl1pPr>
              <a:defRPr sz="4400"/>
            </a:lvl1pPr>
          </a:lstStyle>
          <a:p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2208582301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545137"/>
          </a:xfrm>
        </p:spPr>
        <p:txBody>
          <a:bodyPr/>
          <a:lstStyle>
            <a:lvl1pPr>
              <a:buFont typeface="Arial" pitchFamily="34" charset="0"/>
              <a:buChar char="•"/>
              <a:defRPr sz="2400">
                <a:latin typeface="맑은 고딕" pitchFamily="50" charset="-127"/>
                <a:ea typeface="맑은 고딕" pitchFamily="50" charset="-127"/>
              </a:defRPr>
            </a:lvl1pPr>
            <a:lvl2pPr>
              <a:defRPr sz="2000">
                <a:latin typeface="맑은 고딕" pitchFamily="50" charset="-127"/>
                <a:ea typeface="맑은 고딕" pitchFamily="50" charset="-127"/>
              </a:defRPr>
            </a:lvl2pPr>
            <a:lvl3pPr>
              <a:defRPr sz="1600">
                <a:latin typeface="맑은 고딕" pitchFamily="50" charset="-127"/>
                <a:ea typeface="맑은 고딕" pitchFamily="50" charset="-127"/>
              </a:defRPr>
            </a:lvl3pPr>
            <a:lvl4pPr>
              <a:defRPr sz="1600">
                <a:latin typeface="맑은 고딕" pitchFamily="50" charset="-127"/>
                <a:ea typeface="맑은 고딕" pitchFamily="50" charset="-127"/>
              </a:defRPr>
            </a:lvl4pPr>
            <a:lvl5pPr>
              <a:defRPr sz="1600">
                <a:latin typeface="맑은 고딕" pitchFamily="50" charset="-127"/>
                <a:ea typeface="맑은 고딕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5" name="Rectangle 2062"/>
          <p:cNvSpPr>
            <a:spLocks noGrp="1" noChangeArrowheads="1"/>
          </p:cNvSpPr>
          <p:nvPr>
            <p:ph type="title"/>
          </p:nvPr>
        </p:nvSpPr>
        <p:spPr bwMode="auto">
          <a:xfrm>
            <a:off x="344488" y="152400"/>
            <a:ext cx="9307512" cy="4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442986733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062"/>
          <p:cNvSpPr>
            <a:spLocks noGrp="1" noChangeArrowheads="1"/>
          </p:cNvSpPr>
          <p:nvPr>
            <p:ph type="title"/>
          </p:nvPr>
        </p:nvSpPr>
        <p:spPr bwMode="auto">
          <a:xfrm>
            <a:off x="344488" y="152400"/>
            <a:ext cx="9307512" cy="468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206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8788" y="836613"/>
            <a:ext cx="9193212" cy="5545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  <p:sp>
        <p:nvSpPr>
          <p:cNvPr id="1028" name="Rectangle 2072"/>
          <p:cNvSpPr>
            <a:spLocks noChangeArrowheads="1"/>
          </p:cNvSpPr>
          <p:nvPr userDrawn="1"/>
        </p:nvSpPr>
        <p:spPr bwMode="auto">
          <a:xfrm>
            <a:off x="458788" y="681038"/>
            <a:ext cx="9447212" cy="84137"/>
          </a:xfrm>
          <a:prstGeom prst="rect">
            <a:avLst/>
          </a:prstGeom>
          <a:gradFill rotWithShape="0">
            <a:gsLst>
              <a:gs pos="0">
                <a:srgbClr val="4D4D4D"/>
              </a:gs>
              <a:gs pos="100000">
                <a:srgbClr val="CFCFC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1pPr>
            <a:lvl2pPr marL="742950" indent="-28575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2pPr>
            <a:lvl3pPr marL="11430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3pPr>
            <a:lvl4pPr marL="16002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4pPr>
            <a:lvl5pPr marL="20574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sp>
        <p:nvSpPr>
          <p:cNvPr id="1029" name="Rectangle 2073"/>
          <p:cNvSpPr>
            <a:spLocks noChangeArrowheads="1"/>
          </p:cNvSpPr>
          <p:nvPr userDrawn="1"/>
        </p:nvSpPr>
        <p:spPr bwMode="auto">
          <a:xfrm>
            <a:off x="458788" y="6453188"/>
            <a:ext cx="9447212" cy="74612"/>
          </a:xfrm>
          <a:prstGeom prst="rect">
            <a:avLst/>
          </a:prstGeom>
          <a:gradFill rotWithShape="0">
            <a:gsLst>
              <a:gs pos="0">
                <a:srgbClr val="4D4D4D"/>
              </a:gs>
              <a:gs pos="100000">
                <a:srgbClr val="CFCFC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1pPr>
            <a:lvl2pPr marL="742950" indent="-28575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2pPr>
            <a:lvl3pPr marL="11430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3pPr>
            <a:lvl4pPr marL="16002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4pPr>
            <a:lvl5pPr marL="20574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sp>
        <p:nvSpPr>
          <p:cNvPr id="1030" name="TextBox 6"/>
          <p:cNvSpPr txBox="1">
            <a:spLocks noChangeArrowheads="1"/>
          </p:cNvSpPr>
          <p:nvPr userDrawn="1"/>
        </p:nvSpPr>
        <p:spPr bwMode="auto">
          <a:xfrm>
            <a:off x="366713" y="6597650"/>
            <a:ext cx="1095172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1pPr>
            <a:lvl2pPr marL="742950" indent="-28575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2pPr>
            <a:lvl3pPr marL="11430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3pPr>
            <a:lvl4pPr marL="16002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4pPr>
            <a:lvl5pPr marL="20574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9pPr>
          </a:lstStyle>
          <a:p>
            <a:pPr eaLnBrk="1" hangingPunct="1">
              <a:defRPr/>
            </a:pPr>
            <a:fld id="{C0C99F72-7D32-4922-93BC-55CF6E0EC15E}" type="slidenum">
              <a:rPr lang="en-US" altLang="ko-KR" sz="800" b="1" smtClean="0">
                <a:latin typeface="Arial" pitchFamily="34" charset="0"/>
                <a:ea typeface="맑은 고딕" pitchFamily="50" charset="-127"/>
                <a:cs typeface="Arial" pitchFamily="34" charset="0"/>
              </a:rPr>
              <a:pPr eaLnBrk="1" hangingPunct="1">
                <a:defRPr/>
              </a:pPr>
              <a:t>‹#›</a:t>
            </a:fld>
            <a:r>
              <a:rPr lang="en-US" altLang="ko-KR" sz="800">
                <a:latin typeface="Arial" pitchFamily="34" charset="0"/>
                <a:ea typeface="맑은 고딕" pitchFamily="50" charset="-127"/>
                <a:cs typeface="Arial" pitchFamily="34" charset="0"/>
              </a:rPr>
              <a:t> | Copyright 2026</a:t>
            </a:r>
            <a:endParaRPr lang="ko-KR" altLang="en-US" sz="800">
              <a:latin typeface="Arial" pitchFamily="34" charset="0"/>
              <a:ea typeface="맑은 고딕" pitchFamily="50" charset="-127"/>
              <a:cs typeface="Arial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46" r:id="rId1"/>
    <p:sldLayoutId id="2147483945" r:id="rId2"/>
  </p:sldLayoutIdLst>
  <p:transition/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defRPr kumimoji="1" sz="2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har char="•"/>
        <a:defRPr kumimoji="1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2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fontAlgn="base" latinLnBrk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 latinLnBrk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 latinLnBrk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 latinLnBrk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ext Box 11"/>
          <p:cNvSpPr txBox="1">
            <a:spLocks noChangeArrowheads="1"/>
          </p:cNvSpPr>
          <p:nvPr/>
        </p:nvSpPr>
        <p:spPr bwMode="auto">
          <a:xfrm>
            <a:off x="1066350" y="1643063"/>
            <a:ext cx="7776489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en-US" altLang="ko-KR" sz="32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바탕" pitchFamily="18" charset="-127"/>
                <a:ea typeface="바탕" pitchFamily="18" charset="-127"/>
              </a:rPr>
              <a:t>Hands On Lab</a:t>
            </a:r>
          </a:p>
          <a:p>
            <a:pPr algn="ctr">
              <a:lnSpc>
                <a:spcPct val="120000"/>
              </a:lnSpc>
              <a:defRPr/>
            </a:pPr>
            <a:r>
              <a:rPr lang="en-US" altLang="ko-KR" sz="4800" dirty="0" smtClean="0">
                <a:latin typeface="HY헤드라인M" pitchFamily="18" charset="-127"/>
                <a:ea typeface="HY헤드라인M" pitchFamily="18" charset="-127"/>
              </a:rPr>
              <a:t>“Ontology &amp; Graph RAG”</a:t>
            </a:r>
            <a:endParaRPr lang="en-US" altLang="ko-KR" sz="4800" dirty="0"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3075" name="Line 21"/>
          <p:cNvSpPr>
            <a:spLocks noChangeShapeType="1"/>
          </p:cNvSpPr>
          <p:nvPr/>
        </p:nvSpPr>
        <p:spPr bwMode="auto">
          <a:xfrm>
            <a:off x="1460500" y="1143000"/>
            <a:ext cx="718661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3076" name="Line 23"/>
          <p:cNvSpPr>
            <a:spLocks noChangeShapeType="1"/>
          </p:cNvSpPr>
          <p:nvPr/>
        </p:nvSpPr>
        <p:spPr bwMode="auto">
          <a:xfrm>
            <a:off x="1460500" y="3733800"/>
            <a:ext cx="718661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3077" name="TextBox 6"/>
          <p:cNvSpPr txBox="1">
            <a:spLocks noChangeArrowheads="1"/>
          </p:cNvSpPr>
          <p:nvPr/>
        </p:nvSpPr>
        <p:spPr bwMode="auto">
          <a:xfrm>
            <a:off x="3976966" y="4841875"/>
            <a:ext cx="1880644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ko-KR" sz="2000" dirty="0" smtClean="0"/>
              <a:t>2026.05</a:t>
            </a:r>
            <a:endParaRPr lang="en-US" altLang="ko-KR" sz="2000" dirty="0"/>
          </a:p>
          <a:p>
            <a:pPr algn="ctr" eaLnBrk="1" hangingPunct="1">
              <a:spcBef>
                <a:spcPct val="0"/>
              </a:spcBef>
            </a:pPr>
            <a:endParaRPr lang="en-US" altLang="ko-KR" sz="2000" dirty="0"/>
          </a:p>
          <a:p>
            <a:pPr algn="ctr" eaLnBrk="1" hangingPunct="1">
              <a:spcBef>
                <a:spcPct val="0"/>
              </a:spcBef>
            </a:pPr>
            <a:r>
              <a:rPr lang="ko-KR" altLang="en-US" sz="2000" dirty="0" err="1"/>
              <a:t>도버이앤씨</a:t>
            </a:r>
            <a:r>
              <a:rPr lang="en-US" altLang="ko-KR" sz="2000" dirty="0"/>
              <a:t>(</a:t>
            </a:r>
            <a:r>
              <a:rPr lang="ko-KR" altLang="en-US" sz="2000" dirty="0"/>
              <a:t>주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pPr eaLnBrk="1" hangingPunct="1"/>
            <a:r>
              <a:rPr lang="ko-KR" altLang="en-US"/>
              <a:t>목차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458788" y="1484313"/>
            <a:ext cx="9193212" cy="42481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altLang="ko-KR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Hands On Lab </a:t>
            </a: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소개</a:t>
            </a:r>
            <a:endParaRPr lang="en-US" altLang="ko-KR" sz="2800" b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altLang="ko-KR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Apache Kafka 4.x </a:t>
            </a: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이해하기</a:t>
            </a:r>
            <a:endParaRPr lang="en-US" altLang="ko-KR" sz="2800" b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altLang="ko-KR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Event </a:t>
            </a: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처리</a:t>
            </a:r>
            <a:endParaRPr lang="en-US" altLang="ko-KR" sz="2800" b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altLang="ko-KR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Stream </a:t>
            </a: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처리</a:t>
            </a:r>
            <a:endParaRPr lang="en-US" altLang="ko-KR" sz="2800" b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altLang="ko-KR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ELK</a:t>
            </a: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를 이용한 모니터링</a:t>
            </a:r>
            <a:endParaRPr lang="en-US" altLang="ko-KR" sz="2800" b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요약</a:t>
            </a:r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22" name="Group 4"/>
          <p:cNvGrpSpPr>
            <a:grpSpLocks/>
          </p:cNvGrpSpPr>
          <p:nvPr/>
        </p:nvGrpSpPr>
        <p:grpSpPr bwMode="auto">
          <a:xfrm>
            <a:off x="-15875" y="1905000"/>
            <a:ext cx="9399588" cy="533400"/>
            <a:chOff x="0" y="768"/>
            <a:chExt cx="3870" cy="48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5126" name="Rectangle 5"/>
            <p:cNvSpPr>
              <a:spLocks noChangeArrowheads="1"/>
            </p:cNvSpPr>
            <p:nvPr/>
          </p:nvSpPr>
          <p:spPr bwMode="auto">
            <a:xfrm>
              <a:off x="0" y="768"/>
              <a:ext cx="3630" cy="48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  <p:sp>
          <p:nvSpPr>
            <p:cNvPr id="5127" name="AutoShape 6"/>
            <p:cNvSpPr>
              <a:spLocks noChangeArrowheads="1"/>
            </p:cNvSpPr>
            <p:nvPr/>
          </p:nvSpPr>
          <p:spPr bwMode="auto">
            <a:xfrm>
              <a:off x="2640" y="768"/>
              <a:ext cx="1230" cy="48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</p:grpSp>
      <p:sp>
        <p:nvSpPr>
          <p:cNvPr id="5123" name="AutoShape 7"/>
          <p:cNvSpPr>
            <a:spLocks noChangeArrowheads="1"/>
          </p:cNvSpPr>
          <p:nvPr/>
        </p:nvSpPr>
        <p:spPr bwMode="auto">
          <a:xfrm>
            <a:off x="3490913" y="1943100"/>
            <a:ext cx="3749675" cy="457200"/>
          </a:xfrm>
          <a:prstGeom prst="bevel">
            <a:avLst>
              <a:gd name="adj" fmla="val 12500"/>
            </a:avLst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eaLnBrk="1" latinLnBrk="0" hangingPunct="1">
              <a:spcBef>
                <a:spcPct val="0"/>
              </a:spcBef>
            </a:pPr>
            <a:r>
              <a:rPr kumimoji="0" lang="en-US" altLang="ko-KR" sz="3200" b="1">
                <a:solidFill>
                  <a:schemeClr val="bg1"/>
                </a:solidFill>
              </a:rPr>
              <a:t>Hands On Lab </a:t>
            </a:r>
            <a:r>
              <a:rPr kumimoji="0" lang="ko-KR" altLang="en-US" sz="3200" b="1">
                <a:solidFill>
                  <a:schemeClr val="bg1"/>
                </a:solidFill>
              </a:rPr>
              <a:t>소개</a:t>
            </a:r>
            <a:endParaRPr kumimoji="0" lang="en-US" altLang="ko-KR" sz="3200" b="1">
              <a:solidFill>
                <a:schemeClr val="bg1"/>
              </a:solidFill>
            </a:endParaRPr>
          </a:p>
        </p:txBody>
      </p:sp>
      <p:sp>
        <p:nvSpPr>
          <p:cNvPr id="5124" name="Rectangle 8"/>
          <p:cNvSpPr>
            <a:spLocks noChangeArrowheads="1"/>
          </p:cNvSpPr>
          <p:nvPr/>
        </p:nvSpPr>
        <p:spPr bwMode="auto">
          <a:xfrm>
            <a:off x="1577975" y="1219200"/>
            <a:ext cx="1377950" cy="2057400"/>
          </a:xfrm>
          <a:prstGeom prst="rect">
            <a:avLst/>
          </a:prstGeom>
          <a:noFill/>
          <a:ln>
            <a:noFill/>
          </a:ln>
          <a:effectLst>
            <a:outerShdw dist="71842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ko-KR" sz="14000" i="1">
                <a:solidFill>
                  <a:srgbClr val="FF0000"/>
                </a:solidFill>
                <a:latin typeface="Arial Black" pitchFamily="34" charset="0"/>
                <a:ea typeface="HY견고딕" pitchFamily="18" charset="-127"/>
              </a:rPr>
              <a:t>1</a:t>
            </a:r>
          </a:p>
        </p:txBody>
      </p:sp>
      <p:sp>
        <p:nvSpPr>
          <p:cNvPr id="5125" name="Text Box 9"/>
          <p:cNvSpPr txBox="1">
            <a:spLocks noChangeArrowheads="1"/>
          </p:cNvSpPr>
          <p:nvPr/>
        </p:nvSpPr>
        <p:spPr bwMode="auto">
          <a:xfrm>
            <a:off x="3414713" y="2667000"/>
            <a:ext cx="6237287" cy="16927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1.1 Hands On Lab </a:t>
            </a:r>
            <a:r>
              <a:rPr kumimoji="0" lang="ko-KR" altLang="en-US" b="1" dirty="0"/>
              <a:t>목적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1.2 Hands On Lab </a:t>
            </a:r>
            <a:r>
              <a:rPr kumimoji="0" lang="ko-KR" altLang="en-US" b="1" dirty="0"/>
              <a:t>환경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1.3 Oracle Virtual Box </a:t>
            </a:r>
            <a:r>
              <a:rPr kumimoji="0" lang="ko-KR" altLang="en-US" b="1" dirty="0"/>
              <a:t>설치 및 준비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endParaRPr kumimoji="0" lang="ko-KR" altLang="en-US" b="1" dirty="0"/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1.1 Hands On Lab </a:t>
            </a:r>
            <a:r>
              <a:rPr lang="ko-KR" altLang="en-US"/>
              <a:t>목적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ko-KR" altLang="en-US" sz="2000" dirty="0"/>
              <a:t>본 </a:t>
            </a:r>
            <a:r>
              <a:rPr lang="en-US" altLang="ko-KR" sz="2000" dirty="0"/>
              <a:t>Hands On Lab</a:t>
            </a:r>
            <a:r>
              <a:rPr lang="ko-KR" altLang="en-US" sz="2000" dirty="0"/>
              <a:t>은 </a:t>
            </a:r>
            <a:r>
              <a:rPr lang="en-US" altLang="ko-KR" sz="2000" dirty="0" smtClean="0"/>
              <a:t>Ontology</a:t>
            </a:r>
            <a:r>
              <a:rPr lang="ko-KR" altLang="en-US" sz="2000" dirty="0" smtClean="0"/>
              <a:t>를 이해하고 </a:t>
            </a:r>
            <a:r>
              <a:rPr lang="en-US" altLang="ko-KR" sz="2000" dirty="0" err="1" smtClean="0"/>
              <a:t>ollama</a:t>
            </a:r>
            <a:r>
              <a:rPr lang="ko-KR" altLang="en-US" sz="2000" dirty="0"/>
              <a:t> </a:t>
            </a:r>
            <a:r>
              <a:rPr lang="ko-KR" altLang="en-US" sz="2000" dirty="0" smtClean="0"/>
              <a:t>및 </a:t>
            </a:r>
            <a:r>
              <a:rPr lang="en-US" altLang="ko-KR" sz="2000" dirty="0" smtClean="0"/>
              <a:t>Apache </a:t>
            </a:r>
            <a:r>
              <a:rPr lang="en-US" altLang="ko-KR" sz="2000" dirty="0" err="1" smtClean="0"/>
              <a:t>Fuseki</a:t>
            </a:r>
            <a:r>
              <a:rPr lang="ko-KR" altLang="en-US" sz="2000" dirty="0" smtClean="0"/>
              <a:t>와 </a:t>
            </a:r>
            <a:r>
              <a:rPr lang="en-US" altLang="ko-KR" sz="2000" dirty="0" err="1" smtClean="0"/>
              <a:t>Protege</a:t>
            </a:r>
            <a:r>
              <a:rPr lang="ko-KR" altLang="en-US" sz="2000" dirty="0" smtClean="0"/>
              <a:t>를 이용해서 실습한다</a:t>
            </a:r>
            <a:r>
              <a:rPr lang="en-US" altLang="ko-KR" sz="2000" dirty="0" smtClean="0"/>
              <a:t>.</a:t>
            </a:r>
          </a:p>
          <a:p>
            <a:pPr>
              <a:buFontTx/>
              <a:buChar char="•"/>
            </a:pPr>
            <a:endParaRPr lang="en-US" altLang="ko-KR" sz="2000" dirty="0"/>
          </a:p>
          <a:p>
            <a:pPr>
              <a:buFontTx/>
              <a:buChar char="•"/>
            </a:pPr>
            <a:r>
              <a:rPr lang="ko-KR" altLang="en-US" sz="2000" dirty="0"/>
              <a:t>본 </a:t>
            </a:r>
            <a:r>
              <a:rPr lang="en-US" altLang="ko-KR" sz="2000" dirty="0"/>
              <a:t>Hands On Lab</a:t>
            </a:r>
            <a:r>
              <a:rPr lang="ko-KR" altLang="en-US" sz="2000" dirty="0"/>
              <a:t>의 진행 순서는 다음과 같다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/>
              <a:t>Oracle </a:t>
            </a: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ko-KR" altLang="en-US" sz="1800" dirty="0"/>
              <a:t>기반으로 </a:t>
            </a:r>
            <a:r>
              <a:rPr lang="en-US" altLang="ko-KR" sz="1800" dirty="0"/>
              <a:t>Hands On Lab </a:t>
            </a:r>
            <a:r>
              <a:rPr lang="ko-KR" altLang="en-US" sz="1800" dirty="0"/>
              <a:t>환경 구성</a:t>
            </a:r>
            <a:endParaRPr lang="en-US" altLang="ko-KR" sz="1800" dirty="0"/>
          </a:p>
          <a:p>
            <a:pPr lvl="1">
              <a:buFontTx/>
              <a:buChar char="•"/>
            </a:pPr>
            <a:r>
              <a:rPr lang="en-US" altLang="ko-KR" sz="1800" dirty="0" err="1" smtClean="0"/>
              <a:t>Ollama</a:t>
            </a:r>
            <a:r>
              <a:rPr lang="en-US" altLang="ko-KR" sz="1800" dirty="0" smtClean="0"/>
              <a:t> </a:t>
            </a:r>
            <a:r>
              <a:rPr lang="ko-KR" altLang="en-US" sz="1800" dirty="0" smtClean="0"/>
              <a:t>설치 및 사용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en-US" altLang="ko-KR" sz="1800" dirty="0" smtClean="0"/>
              <a:t>Open WEB UI </a:t>
            </a:r>
            <a:r>
              <a:rPr lang="ko-KR" altLang="en-US" sz="1800" dirty="0" smtClean="0"/>
              <a:t>설치 및 사용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en-US" altLang="ko-KR" sz="1800" dirty="0" err="1" smtClean="0"/>
              <a:t>Fuseki</a:t>
            </a:r>
            <a:r>
              <a:rPr lang="ko-KR" altLang="en-US" sz="1800" dirty="0" smtClean="0"/>
              <a:t>를 이용한 </a:t>
            </a:r>
            <a:r>
              <a:rPr lang="en-US" altLang="ko-KR" sz="1800" dirty="0" smtClean="0"/>
              <a:t>Ontology </a:t>
            </a:r>
            <a:r>
              <a:rPr lang="ko-KR" altLang="en-US" sz="1800" dirty="0" smtClean="0"/>
              <a:t>구축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en-US" altLang="ko-KR" sz="1800" dirty="0" smtClean="0"/>
              <a:t>Python</a:t>
            </a:r>
            <a:r>
              <a:rPr lang="ko-KR" altLang="en-US" sz="1800" dirty="0" smtClean="0"/>
              <a:t>을 이용한 연동</a:t>
            </a: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>
              <a:buFontTx/>
              <a:buChar char="•"/>
            </a:pPr>
            <a:r>
              <a:rPr lang="ko-KR" altLang="en-US" sz="2000" dirty="0"/>
              <a:t>제외 되는 것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 err="1" smtClean="0"/>
              <a:t>LLM</a:t>
            </a:r>
            <a:r>
              <a:rPr lang="ko-KR" altLang="en-US" sz="1800" dirty="0" smtClean="0"/>
              <a:t>에 대한 이해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en-US" altLang="ko-KR" sz="1800" dirty="0" smtClean="0"/>
              <a:t>Python </a:t>
            </a:r>
            <a:r>
              <a:rPr lang="ko-KR" altLang="en-US" sz="1800" dirty="0" smtClean="0"/>
              <a:t>등 프로그래밍 언어에 대한 설명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960150615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1.2 Hands On Lab </a:t>
            </a:r>
            <a:r>
              <a:rPr lang="ko-KR" altLang="en-US"/>
              <a:t>환경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2000" dirty="0" err="1"/>
              <a:t>Oralce</a:t>
            </a:r>
            <a:r>
              <a:rPr lang="en-US" altLang="ko-KR" sz="2000" dirty="0"/>
              <a:t> Virtual Box </a:t>
            </a:r>
            <a:r>
              <a:rPr lang="ko-KR" altLang="en-US" sz="2000" dirty="0"/>
              <a:t>기반의 가상머신을 이용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/>
              <a:t>Windows, Linux, </a:t>
            </a:r>
            <a:r>
              <a:rPr lang="en-US" altLang="ko-KR" sz="1800" dirty="0" err="1"/>
              <a:t>macOS</a:t>
            </a:r>
            <a:r>
              <a:rPr lang="en-US" altLang="ko-KR" sz="1800" dirty="0"/>
              <a:t> </a:t>
            </a:r>
            <a:r>
              <a:rPr lang="ko-KR" altLang="en-US" sz="1800" dirty="0"/>
              <a:t>등 상관 없이 </a:t>
            </a: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ko-KR" altLang="en-US" sz="1800" dirty="0"/>
              <a:t>설치 후 이미지 로딩 후 사용 가능 </a:t>
            </a:r>
            <a:r>
              <a:rPr lang="en-US" altLang="ko-KR" sz="1800" dirty="0"/>
              <a:t>(</a:t>
            </a:r>
            <a:r>
              <a:rPr lang="ko-KR" altLang="en-US" sz="1800" dirty="0"/>
              <a:t>참고</a:t>
            </a:r>
            <a:r>
              <a:rPr lang="en-US" altLang="ko-KR" sz="1800" dirty="0"/>
              <a:t>, Windows </a:t>
            </a:r>
            <a:r>
              <a:rPr lang="ko-KR" altLang="en-US" sz="1800" dirty="0"/>
              <a:t>환경에서는 불안정함 </a:t>
            </a:r>
            <a:r>
              <a:rPr lang="en-US" altLang="ko-KR" sz="1800" dirty="0"/>
              <a:t>– Pending, </a:t>
            </a:r>
            <a:r>
              <a:rPr lang="ko-KR" altLang="en-US" sz="1800" dirty="0"/>
              <a:t>비정상 종료 등 발생</a:t>
            </a:r>
            <a:r>
              <a:rPr lang="en-US" altLang="ko-KR" sz="1800" dirty="0"/>
              <a:t>)</a:t>
            </a:r>
          </a:p>
          <a:p>
            <a:pPr lvl="1">
              <a:buFontTx/>
              <a:buChar char="•"/>
            </a:pPr>
            <a:r>
              <a:rPr lang="en-US" altLang="ko-KR" sz="1800" dirty="0"/>
              <a:t>Snapshot </a:t>
            </a:r>
            <a:r>
              <a:rPr lang="ko-KR" altLang="en-US" sz="1800" dirty="0"/>
              <a:t>기능을 이용해서 원하는 시점을 되돌릴 수 있음</a:t>
            </a:r>
            <a:endParaRPr lang="en-US" altLang="ko-KR" sz="1800" dirty="0"/>
          </a:p>
          <a:p>
            <a:pPr lvl="1">
              <a:buFontTx/>
              <a:buChar char="•"/>
            </a:pPr>
            <a:r>
              <a:rPr lang="ko-KR" altLang="en-US" sz="1800" dirty="0"/>
              <a:t>상업적 목적 아니면 무료로 사용할 수 있음</a:t>
            </a:r>
            <a:endParaRPr lang="en-US" altLang="ko-KR" sz="1800" dirty="0"/>
          </a:p>
          <a:p>
            <a:pPr>
              <a:buFontTx/>
              <a:buChar char="•"/>
            </a:pPr>
            <a:endParaRPr lang="en-US" altLang="ko-KR" sz="2000" dirty="0"/>
          </a:p>
          <a:p>
            <a:pPr>
              <a:buFontTx/>
              <a:buChar char="•"/>
            </a:pPr>
            <a:r>
              <a:rPr lang="en-US" altLang="ko-KR" sz="2000" dirty="0"/>
              <a:t>Hands On Lab </a:t>
            </a:r>
            <a:r>
              <a:rPr lang="ko-KR" altLang="en-US" sz="2000" dirty="0" err="1"/>
              <a:t>가상머신</a:t>
            </a:r>
            <a:r>
              <a:rPr lang="ko-KR" altLang="en-US" sz="2000" dirty="0"/>
              <a:t> 구성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/>
              <a:t>Ubuntu 24.04 Desktop </a:t>
            </a:r>
            <a:r>
              <a:rPr lang="ko-KR" altLang="en-US" sz="1800" dirty="0" smtClean="0"/>
              <a:t>사용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en-US" altLang="ko-KR" sz="1800" dirty="0" smtClean="0"/>
              <a:t>Open Web UI</a:t>
            </a:r>
            <a:r>
              <a:rPr lang="ko-KR" altLang="en-US" sz="1800" dirty="0" smtClean="0"/>
              <a:t>는 </a:t>
            </a:r>
            <a:r>
              <a:rPr lang="en-US" altLang="ko-KR" sz="1800" dirty="0" smtClean="0"/>
              <a:t>DOCKER </a:t>
            </a:r>
            <a:r>
              <a:rPr lang="ko-KR" altLang="en-US" sz="1800" dirty="0" smtClean="0"/>
              <a:t>사용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ko-KR" altLang="en-US" sz="1800" dirty="0" err="1" smtClean="0"/>
              <a:t>나버지</a:t>
            </a:r>
            <a:r>
              <a:rPr lang="ko-KR" altLang="en-US" sz="1800" dirty="0" smtClean="0"/>
              <a:t> 소프트웨어는 </a:t>
            </a:r>
            <a:r>
              <a:rPr lang="ko-KR" altLang="en-US" sz="1800" dirty="0" err="1" smtClean="0"/>
              <a:t>가상머신에서</a:t>
            </a:r>
            <a:r>
              <a:rPr lang="ko-KR" altLang="en-US" sz="1800" dirty="0" smtClean="0"/>
              <a:t> 직접 사용</a:t>
            </a:r>
            <a:endParaRPr lang="en-US" altLang="ko-KR" sz="1800" dirty="0" smtClean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>
              <a:buFontTx/>
              <a:buChar char="•"/>
            </a:pPr>
            <a:r>
              <a:rPr lang="ko-KR" altLang="en-US" sz="2000" dirty="0"/>
              <a:t>노트북 혹은 </a:t>
            </a:r>
            <a:r>
              <a:rPr lang="en-US" altLang="ko-KR" sz="2000" dirty="0"/>
              <a:t>PC</a:t>
            </a:r>
            <a:r>
              <a:rPr lang="ko-KR" altLang="en-US" sz="2000" dirty="0"/>
              <a:t>에 </a:t>
            </a:r>
            <a:r>
              <a:rPr lang="en-US" altLang="ko-KR" sz="2000" dirty="0"/>
              <a:t>Oracle Virtual Box </a:t>
            </a:r>
            <a:r>
              <a:rPr lang="ko-KR" altLang="en-US" sz="2000" dirty="0"/>
              <a:t>사전 설치 필요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/>
              <a:t>DISK </a:t>
            </a:r>
            <a:r>
              <a:rPr lang="en-US" altLang="ko-KR" sz="1800" dirty="0" err="1"/>
              <a:t>50GB</a:t>
            </a:r>
            <a:r>
              <a:rPr lang="en-US" altLang="ko-KR" sz="1800" dirty="0"/>
              <a:t> </a:t>
            </a:r>
            <a:r>
              <a:rPr lang="ko-KR" altLang="en-US" sz="1800" dirty="0"/>
              <a:t>이상 필요 </a:t>
            </a:r>
            <a:r>
              <a:rPr lang="en-US" altLang="ko-KR" sz="1800" dirty="0"/>
              <a:t>-&gt; Hands On </a:t>
            </a:r>
            <a:r>
              <a:rPr lang="en-US" altLang="ko-KR" sz="1800" dirty="0" err="1"/>
              <a:t>VM</a:t>
            </a:r>
            <a:r>
              <a:rPr lang="en-US" altLang="ko-KR" sz="1800" dirty="0"/>
              <a:t> </a:t>
            </a:r>
            <a:r>
              <a:rPr lang="ko-KR" altLang="en-US" sz="1800" dirty="0"/>
              <a:t>요구 </a:t>
            </a:r>
            <a:r>
              <a:rPr lang="ko-KR" altLang="en-US" sz="1800" dirty="0" smtClean="0"/>
              <a:t>사항</a:t>
            </a:r>
            <a:endParaRPr lang="en-US" altLang="ko-KR" sz="1800" dirty="0" smtClean="0"/>
          </a:p>
          <a:p>
            <a:pPr lvl="2"/>
            <a:r>
              <a:rPr lang="en-US" altLang="ko-KR" sz="1400" dirty="0" err="1" smtClean="0"/>
              <a:t>ollama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모델에 따라 디스크 소모 </a:t>
            </a:r>
            <a:r>
              <a:rPr lang="ko-KR" altLang="en-US" sz="1400" dirty="0" err="1" smtClean="0"/>
              <a:t>많아짐</a:t>
            </a:r>
            <a:r>
              <a:rPr lang="en-US" altLang="ko-KR" sz="1400" dirty="0" smtClean="0"/>
              <a:t>.</a:t>
            </a:r>
          </a:p>
          <a:p>
            <a:pPr lvl="2"/>
            <a:r>
              <a:rPr lang="ko-KR" altLang="en-US" sz="1400" dirty="0" smtClean="0"/>
              <a:t>본 </a:t>
            </a:r>
            <a:r>
              <a:rPr lang="en-US" altLang="ko-KR" sz="1400" dirty="0" smtClean="0"/>
              <a:t>lab</a:t>
            </a:r>
            <a:r>
              <a:rPr lang="ko-KR" altLang="en-US" sz="1400" dirty="0" smtClean="0"/>
              <a:t>에서는 최소 용량 모델인 </a:t>
            </a:r>
            <a:r>
              <a:rPr lang="en-US" altLang="ko-KR" sz="1400" dirty="0" err="1" smtClean="0"/>
              <a:t>qwen3:latest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사용</a:t>
            </a:r>
            <a:endParaRPr lang="en-US" altLang="ko-KR" sz="1400" dirty="0"/>
          </a:p>
          <a:p>
            <a:pPr lvl="1">
              <a:buFontTx/>
              <a:buChar char="•"/>
            </a:pPr>
            <a:r>
              <a:rPr lang="en-US" altLang="ko-KR" sz="1800" dirty="0"/>
              <a:t>RAM </a:t>
            </a:r>
            <a:r>
              <a:rPr lang="ko-KR" altLang="en-US" sz="1800" dirty="0"/>
              <a:t>최소 </a:t>
            </a:r>
            <a:r>
              <a:rPr lang="en-US" altLang="ko-KR" sz="1800" dirty="0" err="1" smtClean="0"/>
              <a:t>8GB</a:t>
            </a:r>
            <a:r>
              <a:rPr lang="en-US" altLang="ko-KR" sz="1800" dirty="0" smtClean="0"/>
              <a:t> </a:t>
            </a:r>
            <a:r>
              <a:rPr lang="ko-KR" altLang="en-US" sz="1800" dirty="0"/>
              <a:t>이상</a:t>
            </a:r>
            <a:r>
              <a:rPr lang="en-US" altLang="ko-KR" sz="1800" dirty="0"/>
              <a:t> </a:t>
            </a:r>
            <a:r>
              <a:rPr lang="ko-KR" altLang="en-US" sz="1800" dirty="0"/>
              <a:t>필요</a:t>
            </a:r>
            <a:r>
              <a:rPr lang="en-US" altLang="ko-KR" sz="1800" dirty="0"/>
              <a:t>, </a:t>
            </a:r>
            <a:r>
              <a:rPr lang="ko-KR" altLang="en-US" sz="1800" dirty="0"/>
              <a:t>권장 </a:t>
            </a:r>
            <a:r>
              <a:rPr lang="en-US" altLang="ko-KR" sz="1800" dirty="0"/>
              <a:t>16GB</a:t>
            </a:r>
          </a:p>
          <a:p>
            <a:pPr lvl="1">
              <a:buFontTx/>
              <a:buChar char="•"/>
            </a:pPr>
            <a:r>
              <a:rPr lang="en-US" altLang="ko-KR" sz="1800" dirty="0"/>
              <a:t>https://</a:t>
            </a:r>
            <a:r>
              <a:rPr lang="en-US" altLang="ko-KR" sz="1800" dirty="0" err="1"/>
              <a:t>www.virtualbox.org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1590475651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1.3 Oracle Virtual Box </a:t>
            </a:r>
            <a:r>
              <a:rPr lang="ko-KR" altLang="en-US"/>
              <a:t>설치 및 준비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2000" dirty="0"/>
              <a:t>Oracle Virtual Box </a:t>
            </a:r>
            <a:r>
              <a:rPr lang="ko-KR" altLang="en-US" sz="2000" dirty="0"/>
              <a:t>설치 </a:t>
            </a:r>
            <a:r>
              <a:rPr lang="en-US" altLang="ko-KR" sz="2000" dirty="0"/>
              <a:t>: https://</a:t>
            </a:r>
            <a:r>
              <a:rPr lang="en-US" altLang="ko-KR" sz="2000" dirty="0" err="1"/>
              <a:t>www.virtualbox.org</a:t>
            </a:r>
            <a:r>
              <a:rPr lang="en-US" altLang="ko-KR" sz="2000" dirty="0"/>
              <a:t>/</a:t>
            </a:r>
          </a:p>
          <a:p>
            <a:pPr lvl="1">
              <a:buFontTx/>
              <a:buChar char="•"/>
            </a:pPr>
            <a:r>
              <a:rPr lang="en-US" altLang="ko-KR" sz="1800" dirty="0"/>
              <a:t>Windows, </a:t>
            </a:r>
            <a:r>
              <a:rPr lang="en-US" altLang="ko-KR" sz="1800" dirty="0" err="1"/>
              <a:t>macOS</a:t>
            </a:r>
            <a:r>
              <a:rPr lang="en-US" altLang="ko-KR" sz="1800" dirty="0"/>
              <a:t>, Linux (Ubuntu, </a:t>
            </a:r>
            <a:r>
              <a:rPr lang="en-US" altLang="ko-KR" sz="1800" dirty="0" err="1"/>
              <a:t>RedHat</a:t>
            </a:r>
            <a:r>
              <a:rPr lang="en-US" altLang="ko-KR" sz="1800" dirty="0"/>
              <a:t> </a:t>
            </a:r>
            <a:r>
              <a:rPr lang="ko-KR" altLang="en-US" sz="1800" dirty="0"/>
              <a:t>계열</a:t>
            </a:r>
            <a:r>
              <a:rPr lang="en-US" altLang="ko-KR" sz="1800" dirty="0"/>
              <a:t>) </a:t>
            </a:r>
            <a:r>
              <a:rPr lang="ko-KR" altLang="en-US" sz="1800" dirty="0"/>
              <a:t>설치 가능</a:t>
            </a:r>
            <a:endParaRPr lang="en-US" altLang="ko-KR" sz="1800" dirty="0"/>
          </a:p>
          <a:p>
            <a:pPr>
              <a:buFontTx/>
              <a:buChar char="•"/>
            </a:pPr>
            <a:endParaRPr lang="en-US" altLang="ko-KR" sz="2000" dirty="0"/>
          </a:p>
          <a:p>
            <a:pPr>
              <a:buFontTx/>
              <a:buChar char="•"/>
            </a:pPr>
            <a:r>
              <a:rPr lang="en-US" altLang="ko-KR" sz="2000" dirty="0" err="1"/>
              <a:t>VirtualBox</a:t>
            </a:r>
            <a:r>
              <a:rPr lang="en-US" altLang="ko-KR" sz="2000" dirty="0"/>
              <a:t> </a:t>
            </a:r>
            <a:r>
              <a:rPr lang="ko-KR" altLang="en-US" sz="2000" dirty="0"/>
              <a:t>설치 후 실행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ko-KR" altLang="en-US" sz="1800" dirty="0"/>
              <a:t>좌측 </a:t>
            </a:r>
            <a:r>
              <a:rPr lang="en-US" altLang="ko-KR" sz="1800" dirty="0"/>
              <a:t>TAB</a:t>
            </a:r>
            <a:r>
              <a:rPr lang="ko-KR" altLang="en-US" sz="1800" dirty="0"/>
              <a:t>에 홈</a:t>
            </a:r>
            <a:r>
              <a:rPr lang="en-US" altLang="ko-KR" sz="1800" dirty="0"/>
              <a:t>, </a:t>
            </a:r>
            <a:r>
              <a:rPr lang="ko-KR" altLang="en-US" sz="1800" dirty="0"/>
              <a:t>확장</a:t>
            </a:r>
            <a:r>
              <a:rPr lang="en-US" altLang="ko-KR" sz="1800" dirty="0"/>
              <a:t>, </a:t>
            </a:r>
            <a:r>
              <a:rPr lang="ko-KR" altLang="en-US" sz="1800" dirty="0"/>
              <a:t>미디어</a:t>
            </a:r>
            <a:r>
              <a:rPr lang="en-US" altLang="ko-KR" sz="1800" dirty="0"/>
              <a:t>, </a:t>
            </a:r>
            <a:r>
              <a:rPr lang="ko-KR" altLang="en-US" sz="1800" dirty="0"/>
              <a:t>네트워크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클라우드</a:t>
            </a:r>
            <a:r>
              <a:rPr lang="en-US" altLang="ko-KR" sz="1800" dirty="0"/>
              <a:t>, </a:t>
            </a:r>
            <a:r>
              <a:rPr lang="ko-KR" altLang="en-US" sz="1800" dirty="0"/>
              <a:t>리소스 가 있다</a:t>
            </a:r>
            <a:r>
              <a:rPr lang="en-US" altLang="ko-KR" sz="1800" dirty="0"/>
              <a:t>.</a:t>
            </a:r>
          </a:p>
          <a:p>
            <a:pPr lvl="1">
              <a:buFontTx/>
              <a:buChar char="•"/>
            </a:pPr>
            <a:endParaRPr lang="en-US" altLang="ko-KR" sz="18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1200" dirty="0"/>
          </a:p>
          <a:p>
            <a:pPr>
              <a:buFontTx/>
              <a:buChar char="•"/>
            </a:pPr>
            <a:r>
              <a:rPr lang="ko-KR" altLang="en-US" sz="2200" dirty="0"/>
              <a:t>운영 환경에서 사용 하지 말 것 </a:t>
            </a:r>
            <a:r>
              <a:rPr lang="en-US" altLang="ko-KR" sz="2200" dirty="0"/>
              <a:t>: </a:t>
            </a:r>
            <a:r>
              <a:rPr lang="ko-KR" altLang="en-US" sz="2200" dirty="0"/>
              <a:t>라이선스</a:t>
            </a:r>
            <a:r>
              <a:rPr lang="en-US" altLang="ko-KR" sz="2200" dirty="0"/>
              <a:t>, </a:t>
            </a:r>
            <a:r>
              <a:rPr lang="ko-KR" altLang="en-US" sz="2200" dirty="0"/>
              <a:t>안정성 등 이슈 있음</a:t>
            </a:r>
            <a:endParaRPr lang="en-US" altLang="ko-KR" sz="22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552" y="2636912"/>
            <a:ext cx="6696744" cy="3057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559490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1.3 Oracle Virtual Box </a:t>
            </a:r>
            <a:r>
              <a:rPr lang="ko-KR" altLang="en-US"/>
              <a:t>설치 및 준비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2"/>
            <a:ext cx="9193212" cy="5472707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2000" dirty="0" err="1"/>
              <a:t>VirtualBox</a:t>
            </a:r>
            <a:r>
              <a:rPr lang="en-US" altLang="ko-KR" sz="2000" dirty="0"/>
              <a:t> Extension </a:t>
            </a:r>
            <a:r>
              <a:rPr lang="ko-KR" altLang="en-US" sz="2000" dirty="0"/>
              <a:t>설치 </a:t>
            </a:r>
            <a:r>
              <a:rPr lang="en-US" altLang="ko-KR" sz="2000" dirty="0"/>
              <a:t>(Recommend)</a:t>
            </a:r>
          </a:p>
          <a:p>
            <a:pPr lvl="1">
              <a:buFontTx/>
              <a:buChar char="•"/>
            </a:pPr>
            <a:r>
              <a:rPr lang="en-US" altLang="ko-KR" sz="1800" dirty="0"/>
              <a:t>https://</a:t>
            </a:r>
            <a:r>
              <a:rPr lang="en-US" altLang="ko-KR" sz="1800" dirty="0" err="1"/>
              <a:t>www.virtualbox.org</a:t>
            </a:r>
            <a:r>
              <a:rPr lang="en-US" altLang="ko-KR" sz="1800" dirty="0"/>
              <a:t>/wiki/Downloads </a:t>
            </a:r>
            <a:r>
              <a:rPr lang="ko-KR" altLang="en-US" sz="1800" dirty="0"/>
              <a:t>의 우측 중간에 </a:t>
            </a:r>
            <a:r>
              <a:rPr lang="en-US" altLang="ko-KR" sz="1800" dirty="0"/>
              <a:t>“Accept and download” </a:t>
            </a:r>
            <a:r>
              <a:rPr lang="ko-KR" altLang="en-US" sz="1800" dirty="0"/>
              <a:t>버튼을 클릭하면 </a:t>
            </a:r>
            <a:r>
              <a:rPr lang="en-US" altLang="ko-KR" sz="1800" dirty="0"/>
              <a:t>Extension</a:t>
            </a:r>
            <a:r>
              <a:rPr lang="ko-KR" altLang="en-US" sz="1800" dirty="0"/>
              <a:t>을 다운로드 할 수 있다</a:t>
            </a:r>
            <a:r>
              <a:rPr lang="en-US" altLang="ko-KR" sz="1800" dirty="0"/>
              <a:t>.</a:t>
            </a:r>
          </a:p>
          <a:p>
            <a:pPr lvl="1">
              <a:buFontTx/>
              <a:buChar char="•"/>
            </a:pP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ko-KR" altLang="en-US" sz="1800" dirty="0"/>
              <a:t>화면의 </a:t>
            </a:r>
            <a:r>
              <a:rPr lang="en-US" altLang="ko-KR" sz="1800" dirty="0"/>
              <a:t>“</a:t>
            </a:r>
            <a:r>
              <a:rPr lang="ko-KR" altLang="en-US" sz="1800" dirty="0"/>
              <a:t>확장</a:t>
            </a:r>
            <a:r>
              <a:rPr lang="en-US" altLang="ko-KR" sz="1800" dirty="0"/>
              <a:t>“ TAB</a:t>
            </a:r>
            <a:r>
              <a:rPr lang="ko-KR" altLang="en-US" sz="1800" dirty="0"/>
              <a:t>에서 다운로드 한 </a:t>
            </a:r>
            <a:r>
              <a:rPr lang="en-US" altLang="ko-KR" sz="1800" dirty="0"/>
              <a:t>Extension</a:t>
            </a:r>
            <a:r>
              <a:rPr lang="ko-KR" altLang="en-US" sz="1800" dirty="0"/>
              <a:t>을 설치한다</a:t>
            </a:r>
            <a:r>
              <a:rPr lang="en-US" altLang="ko-KR" sz="1800" dirty="0"/>
              <a:t>.</a:t>
            </a:r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>
              <a:buFontTx/>
              <a:buChar char="•"/>
            </a:pPr>
            <a:r>
              <a:rPr lang="en-US" altLang="ko-KR" sz="1600" dirty="0"/>
              <a:t>Extension </a:t>
            </a:r>
            <a:r>
              <a:rPr lang="ko-KR" altLang="en-US" sz="1600" dirty="0" err="1"/>
              <a:t>설치시</a:t>
            </a:r>
            <a:r>
              <a:rPr lang="ko-KR" altLang="en-US" sz="1600" dirty="0"/>
              <a:t> </a:t>
            </a:r>
            <a:r>
              <a:rPr lang="en-US" altLang="ko-KR" sz="1600" dirty="0"/>
              <a:t>Host</a:t>
            </a:r>
            <a:r>
              <a:rPr lang="ko-KR" altLang="en-US" sz="1600" dirty="0"/>
              <a:t>와 </a:t>
            </a:r>
            <a:r>
              <a:rPr lang="en-US" altLang="ko-KR" sz="1600" dirty="0"/>
              <a:t>Drag &amp; Drop, Clipboard, </a:t>
            </a:r>
            <a:r>
              <a:rPr lang="ko-KR" altLang="en-US" sz="1600" dirty="0"/>
              <a:t>화면 공유 등 가능</a:t>
            </a:r>
            <a:endParaRPr lang="en-US" altLang="ko-KR" sz="1600" dirty="0"/>
          </a:p>
        </p:txBody>
      </p:sp>
      <p:grpSp>
        <p:nvGrpSpPr>
          <p:cNvPr id="5" name="그룹 4"/>
          <p:cNvGrpSpPr/>
          <p:nvPr/>
        </p:nvGrpSpPr>
        <p:grpSpPr>
          <a:xfrm>
            <a:off x="644402" y="2204864"/>
            <a:ext cx="4104456" cy="1829724"/>
            <a:chOff x="416496" y="2420888"/>
            <a:chExt cx="4104456" cy="1829724"/>
          </a:xfrm>
        </p:grpSpPr>
        <p:pic>
          <p:nvPicPr>
            <p:cNvPr id="3" name="그림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16496" y="2420888"/>
              <a:ext cx="4104456" cy="1829724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/>
          </p:nvSpPr>
          <p:spPr>
            <a:xfrm>
              <a:off x="3836876" y="4005166"/>
              <a:ext cx="648072" cy="19473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rIns="288000" rtlCol="0" anchor="ctr"/>
            <a:lstStyle/>
            <a:p>
              <a:pPr algn="ctr"/>
              <a:endParaRPr lang="ko-KR" altLang="en-US" dirty="0" err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0906" y="2211575"/>
            <a:ext cx="3978275" cy="181630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406" y="4525143"/>
            <a:ext cx="3996444" cy="1418278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0905" y="4132979"/>
            <a:ext cx="3978275" cy="1816301"/>
          </a:xfrm>
          <a:prstGeom prst="rect">
            <a:avLst/>
          </a:prstGeom>
        </p:spPr>
      </p:pic>
      <p:sp>
        <p:nvSpPr>
          <p:cNvPr id="13" name="직사각형 12"/>
          <p:cNvSpPr/>
          <p:nvPr/>
        </p:nvSpPr>
        <p:spPr>
          <a:xfrm>
            <a:off x="5340554" y="2485080"/>
            <a:ext cx="360040" cy="288032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696926" y="5692512"/>
            <a:ext cx="504056" cy="216024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5340554" y="4653136"/>
            <a:ext cx="3860918" cy="288032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2" name="직선 화살표 연결선 11"/>
          <p:cNvCxnSpPr/>
          <p:nvPr/>
        </p:nvCxnSpPr>
        <p:spPr>
          <a:xfrm flipH="1">
            <a:off x="3740746" y="2773112"/>
            <a:ext cx="1800201" cy="29194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/>
          <p:cNvCxnSpPr>
            <a:stCxn id="14" idx="3"/>
            <a:endCxn id="15" idx="1"/>
          </p:cNvCxnSpPr>
          <p:nvPr/>
        </p:nvCxnSpPr>
        <p:spPr>
          <a:xfrm flipV="1">
            <a:off x="4200982" y="4797152"/>
            <a:ext cx="1139572" cy="10033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769017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1.3 Oracle Virtual Box </a:t>
            </a:r>
            <a:r>
              <a:rPr lang="ko-KR" altLang="en-US"/>
              <a:t>설치 및 준비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2"/>
            <a:ext cx="9193212" cy="5472707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2000" dirty="0"/>
              <a:t>Hands On</a:t>
            </a:r>
            <a:r>
              <a:rPr lang="ko-KR" altLang="en-US" sz="2000" dirty="0"/>
              <a:t>을 위한 가상 머신 오픈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ko-KR" altLang="en-US" sz="1800" dirty="0"/>
              <a:t>화면의 </a:t>
            </a:r>
            <a:r>
              <a:rPr lang="en-US" altLang="ko-KR" sz="1800" dirty="0"/>
              <a:t>“</a:t>
            </a:r>
            <a:r>
              <a:rPr lang="ko-KR" altLang="en-US" sz="1800" dirty="0"/>
              <a:t>홈</a:t>
            </a:r>
            <a:r>
              <a:rPr lang="en-US" altLang="ko-KR" sz="1800" dirty="0"/>
              <a:t>“ Open </a:t>
            </a:r>
            <a:r>
              <a:rPr lang="ko-KR" altLang="en-US" sz="1800" dirty="0"/>
              <a:t>메뉴를 이용해 제공된 </a:t>
            </a:r>
            <a:r>
              <a:rPr lang="en-US" altLang="ko-KR" sz="1800" dirty="0" err="1"/>
              <a:t>KafkaHandsOnLabHands</a:t>
            </a:r>
            <a:r>
              <a:rPr lang="en-US" altLang="ko-KR" sz="1800" dirty="0"/>
              <a:t> </a:t>
            </a:r>
            <a:r>
              <a:rPr lang="ko-KR" altLang="en-US" sz="1800" dirty="0"/>
              <a:t>가상 </a:t>
            </a:r>
            <a:r>
              <a:rPr lang="ko-KR" altLang="en-US" sz="1800" dirty="0" err="1"/>
              <a:t>머신을</a:t>
            </a:r>
            <a:r>
              <a:rPr lang="ko-KR" altLang="en-US" sz="1800" dirty="0"/>
              <a:t> </a:t>
            </a:r>
            <a:r>
              <a:rPr lang="en-US" altLang="ko-KR" sz="1800" dirty="0" err="1"/>
              <a:t>VirtualBox</a:t>
            </a:r>
            <a:r>
              <a:rPr lang="ko-KR" altLang="en-US" sz="1800" dirty="0"/>
              <a:t>에 반영</a:t>
            </a:r>
            <a:endParaRPr lang="en-US" altLang="ko-KR" sz="18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88" y="2060848"/>
            <a:ext cx="4422204" cy="2018979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787" y="4203118"/>
            <a:ext cx="2926707" cy="2178210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5008" y="2060849"/>
            <a:ext cx="4696616" cy="4032448"/>
          </a:xfrm>
          <a:prstGeom prst="rect">
            <a:avLst/>
          </a:prstGeom>
        </p:spPr>
      </p:pic>
      <p:sp>
        <p:nvSpPr>
          <p:cNvPr id="20" name="직사각형 19"/>
          <p:cNvSpPr/>
          <p:nvPr/>
        </p:nvSpPr>
        <p:spPr>
          <a:xfrm>
            <a:off x="1472885" y="2333640"/>
            <a:ext cx="338051" cy="36004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004179" y="6206428"/>
            <a:ext cx="371155" cy="16474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375334" y="5229200"/>
            <a:ext cx="10801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>
                <a:latin typeface="맑은 고딕" pitchFamily="50" charset="-127"/>
                <a:ea typeface="맑은 고딕" pitchFamily="50" charset="-127"/>
              </a:rPr>
              <a:t>가상머신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1000" dirty="0" err="1">
                <a:latin typeface="맑은 고딕" pitchFamily="50" charset="-127"/>
                <a:ea typeface="맑은 고딕" pitchFamily="50" charset="-127"/>
              </a:rPr>
              <a:t>vbox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파일 선택</a:t>
            </a:r>
          </a:p>
        </p:txBody>
      </p:sp>
      <p:cxnSp>
        <p:nvCxnSpPr>
          <p:cNvPr id="22" name="직선 화살표 연결선 21"/>
          <p:cNvCxnSpPr>
            <a:stCxn id="20" idx="2"/>
            <a:endCxn id="21" idx="0"/>
          </p:cNvCxnSpPr>
          <p:nvPr/>
        </p:nvCxnSpPr>
        <p:spPr>
          <a:xfrm>
            <a:off x="1641911" y="2693680"/>
            <a:ext cx="1547846" cy="351274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>
            <a:endCxn id="11" idx="1"/>
          </p:cNvCxnSpPr>
          <p:nvPr/>
        </p:nvCxnSpPr>
        <p:spPr>
          <a:xfrm flipV="1">
            <a:off x="3385494" y="4077073"/>
            <a:ext cx="1639514" cy="22322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6670077" y="2305784"/>
            <a:ext cx="371155" cy="377736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939928" y="6073546"/>
            <a:ext cx="4781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가성 머신 로딩 후 정보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. “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시작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”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버튼을 클릭하면 실행된다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err="1">
                <a:latin typeface="맑은 고딕" pitchFamily="50" charset="-127"/>
                <a:ea typeface="맑은 고딕" pitchFamily="50" charset="-127"/>
              </a:rPr>
              <a:t>필요시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“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설정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＂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을 통해 가상 머신 환경을 수정한다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. (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네트워크 설정 변경 필요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)</a:t>
            </a:r>
            <a:endParaRPr lang="ko-KR" altLang="en-US" sz="1000" dirty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8007207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1.3 Oracle Virtual Box </a:t>
            </a:r>
            <a:r>
              <a:rPr lang="ko-KR" altLang="en-US"/>
              <a:t>설치 및 준비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2"/>
            <a:ext cx="9193212" cy="5472707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CPU / MEMORY / Network </a:t>
            </a:r>
            <a:r>
              <a:rPr lang="ko-KR" altLang="en-US" sz="1800" dirty="0"/>
              <a:t>설정 </a:t>
            </a:r>
            <a:r>
              <a:rPr lang="en-US" altLang="ko-KR" sz="1800" dirty="0"/>
              <a:t>(Optional)</a:t>
            </a:r>
          </a:p>
          <a:p>
            <a:pPr lvl="1">
              <a:buFontTx/>
              <a:buChar char="•"/>
            </a:pPr>
            <a:r>
              <a:rPr lang="en-US" altLang="ko-KR" sz="1600" dirty="0" err="1"/>
              <a:t>VM</a:t>
            </a:r>
            <a:r>
              <a:rPr lang="ko-KR" altLang="en-US" sz="1600" dirty="0"/>
              <a:t>을 제작한 환경과 사용하는 환경이 다를 수 있어서 </a:t>
            </a:r>
            <a:r>
              <a:rPr lang="ko-KR" altLang="en-US" sz="1600" dirty="0" err="1"/>
              <a:t>필요시</a:t>
            </a:r>
            <a:r>
              <a:rPr lang="ko-KR" altLang="en-US" sz="1600" dirty="0"/>
              <a:t> </a:t>
            </a:r>
            <a:r>
              <a:rPr lang="en-US" altLang="ko-KR" sz="1600" dirty="0"/>
              <a:t>“</a:t>
            </a:r>
            <a:r>
              <a:rPr lang="ko-KR" altLang="en-US" sz="1600" dirty="0"/>
              <a:t>설정</a:t>
            </a:r>
            <a:r>
              <a:rPr lang="en-US" altLang="ko-KR" sz="1600" dirty="0"/>
              <a:t>”</a:t>
            </a:r>
            <a:r>
              <a:rPr lang="ko-KR" altLang="en-US" sz="1600" dirty="0"/>
              <a:t>으로 수정한다</a:t>
            </a:r>
            <a:r>
              <a:rPr lang="en-US" altLang="ko-KR" sz="1600" dirty="0"/>
              <a:t>.</a:t>
            </a:r>
          </a:p>
          <a:p>
            <a:pPr lvl="1">
              <a:buFontTx/>
              <a:buChar char="•"/>
            </a:pPr>
            <a:r>
              <a:rPr lang="en-US" altLang="ko-KR" sz="1600" dirty="0"/>
              <a:t>CPU : 4 CORE, MEM </a:t>
            </a:r>
            <a:r>
              <a:rPr lang="en-US" altLang="ko-KR" sz="1600" dirty="0" err="1"/>
              <a:t>4GB</a:t>
            </a:r>
            <a:r>
              <a:rPr lang="en-US" altLang="ko-KR" sz="1600" dirty="0"/>
              <a:t> </a:t>
            </a:r>
            <a:r>
              <a:rPr lang="ko-KR" altLang="en-US" sz="1600" dirty="0" err="1"/>
              <a:t>셋팅</a:t>
            </a:r>
            <a:r>
              <a:rPr lang="ko-KR" altLang="en-US" sz="1600" dirty="0"/>
              <a:t> </a:t>
            </a:r>
            <a:r>
              <a:rPr lang="en-US" altLang="ko-KR" sz="1600" dirty="0"/>
              <a:t>-&gt; PC </a:t>
            </a:r>
            <a:r>
              <a:rPr lang="ko-KR" altLang="en-US" sz="1600" dirty="0"/>
              <a:t>환경에 따라 필요 설정 변경</a:t>
            </a:r>
            <a:endParaRPr lang="en-US" altLang="ko-KR" sz="1600" dirty="0"/>
          </a:p>
          <a:p>
            <a:pPr lvl="1">
              <a:buFontTx/>
              <a:buChar char="•"/>
            </a:pPr>
            <a:r>
              <a:rPr lang="en-US" altLang="ko-KR" sz="1600" dirty="0"/>
              <a:t>NETWORK : Bridge </a:t>
            </a:r>
            <a:r>
              <a:rPr lang="ko-KR" altLang="en-US" sz="1600" dirty="0"/>
              <a:t>선택 후 </a:t>
            </a:r>
            <a:r>
              <a:rPr lang="en-US" altLang="ko-KR" sz="1600" dirty="0"/>
              <a:t>HOST PC</a:t>
            </a:r>
            <a:r>
              <a:rPr lang="ko-KR" altLang="en-US" sz="1600" dirty="0"/>
              <a:t>에 설정된 비디오 카드 선택</a:t>
            </a:r>
            <a:endParaRPr lang="en-US" altLang="ko-KR" sz="1600" dirty="0"/>
          </a:p>
          <a:p>
            <a:pPr lvl="1">
              <a:buFontTx/>
              <a:buChar char="•"/>
            </a:pPr>
            <a:endParaRPr lang="en-US" altLang="ko-KR" sz="1600" dirty="0"/>
          </a:p>
          <a:p>
            <a:pPr>
              <a:buFontTx/>
              <a:buChar char="•"/>
            </a:pPr>
            <a:r>
              <a:rPr lang="ko-KR" altLang="en-US" sz="1800" dirty="0"/>
              <a:t>주의 사항</a:t>
            </a:r>
            <a:endParaRPr lang="en-US" altLang="ko-KR" sz="1800" dirty="0"/>
          </a:p>
          <a:p>
            <a:pPr lvl="1">
              <a:buFontTx/>
              <a:buChar char="•"/>
            </a:pPr>
            <a:r>
              <a:rPr lang="ko-KR" altLang="en-US" sz="1600" dirty="0"/>
              <a:t>설정한 </a:t>
            </a:r>
            <a:r>
              <a:rPr lang="en-US" altLang="ko-KR" sz="1600" dirty="0"/>
              <a:t>NETWORK Adaptor</a:t>
            </a:r>
            <a:r>
              <a:rPr lang="ko-KR" altLang="en-US" sz="1600" dirty="0"/>
              <a:t>가 </a:t>
            </a:r>
            <a:r>
              <a:rPr lang="en-US" altLang="ko-KR" sz="1600" dirty="0"/>
              <a:t>PC</a:t>
            </a:r>
            <a:r>
              <a:rPr lang="ko-KR" altLang="en-US" sz="1600" dirty="0"/>
              <a:t>마다 다른 관계로 </a:t>
            </a:r>
            <a:r>
              <a:rPr lang="en-US" altLang="ko-KR" sz="1600" dirty="0"/>
              <a:t>HOST PC</a:t>
            </a:r>
            <a:r>
              <a:rPr lang="ko-KR" altLang="en-US" sz="1600" dirty="0"/>
              <a:t>의 </a:t>
            </a:r>
            <a:r>
              <a:rPr lang="en-US" altLang="ko-KR" sz="1600" dirty="0"/>
              <a:t>Adaptor</a:t>
            </a:r>
            <a:r>
              <a:rPr lang="ko-KR" altLang="en-US" sz="1600" dirty="0"/>
              <a:t>로 변경 필요</a:t>
            </a:r>
            <a:endParaRPr lang="en-US" altLang="ko-KR" sz="1600" dirty="0"/>
          </a:p>
          <a:p>
            <a:pPr lvl="1">
              <a:buFontTx/>
              <a:buChar char="•"/>
            </a:pPr>
            <a:r>
              <a:rPr lang="ko-KR" altLang="en-US" sz="1600" dirty="0"/>
              <a:t>디스플레이 옵션의 </a:t>
            </a:r>
            <a:r>
              <a:rPr lang="en-US" altLang="ko-KR" sz="1600" dirty="0" err="1"/>
              <a:t>3d</a:t>
            </a:r>
            <a:r>
              <a:rPr lang="en-US" altLang="ko-KR" sz="1600" dirty="0"/>
              <a:t> </a:t>
            </a:r>
            <a:r>
              <a:rPr lang="en-US" altLang="ko-KR" sz="1600" dirty="0" err="1"/>
              <a:t>Accelation</a:t>
            </a:r>
            <a:r>
              <a:rPr lang="ko-KR" altLang="en-US" sz="1600" dirty="0"/>
              <a:t>은 </a:t>
            </a:r>
            <a:r>
              <a:rPr lang="en-US" altLang="ko-KR" sz="1600" dirty="0"/>
              <a:t>PC </a:t>
            </a:r>
            <a:r>
              <a:rPr lang="ko-KR" altLang="en-US" sz="1600" dirty="0"/>
              <a:t>그래픽 카드에 따라 오동작 할 수 있음 </a:t>
            </a:r>
            <a:r>
              <a:rPr lang="en-US" altLang="ko-KR" sz="1600" dirty="0"/>
              <a:t>(</a:t>
            </a:r>
            <a:r>
              <a:rPr lang="ko-KR" altLang="en-US" sz="1600" dirty="0"/>
              <a:t>선택 해제 후 사용</a:t>
            </a:r>
            <a:r>
              <a:rPr lang="en-US" altLang="ko-KR" sz="1600" dirty="0"/>
              <a:t>)</a:t>
            </a:r>
          </a:p>
          <a:p>
            <a:pPr lvl="1">
              <a:buFontTx/>
              <a:buChar char="•"/>
            </a:pPr>
            <a:r>
              <a:rPr lang="en-US" altLang="ko-KR" sz="1600" dirty="0"/>
              <a:t>Graphics Controller</a:t>
            </a:r>
            <a:r>
              <a:rPr lang="ko-KR" altLang="en-US" sz="1600" dirty="0"/>
              <a:t>는 </a:t>
            </a:r>
            <a:r>
              <a:rPr lang="en-US" altLang="ko-KR" sz="1600" dirty="0"/>
              <a:t>VMSGA </a:t>
            </a:r>
            <a:r>
              <a:rPr lang="ko-KR" altLang="en-US" sz="1600" dirty="0"/>
              <a:t>선택 </a:t>
            </a:r>
            <a:r>
              <a:rPr lang="en-US" altLang="ko-KR" sz="1600" dirty="0"/>
              <a:t>(Linux </a:t>
            </a:r>
            <a:r>
              <a:rPr lang="ko-KR" altLang="en-US" sz="1600" dirty="0"/>
              <a:t>계열 게스트 사용시 선택</a:t>
            </a:r>
            <a:r>
              <a:rPr lang="en-US" altLang="ko-KR" sz="1600" dirty="0"/>
              <a:t>)</a:t>
            </a:r>
          </a:p>
          <a:p>
            <a:pPr lvl="1">
              <a:buFontTx/>
              <a:buChar char="•"/>
            </a:pPr>
            <a:r>
              <a:rPr lang="en-US" altLang="ko-KR" sz="1600" dirty="0"/>
              <a:t>Windows </a:t>
            </a:r>
            <a:r>
              <a:rPr lang="ko-KR" altLang="en-US" sz="1600" dirty="0" err="1"/>
              <a:t>계역을</a:t>
            </a:r>
            <a:r>
              <a:rPr lang="ko-KR" altLang="en-US" sz="1600" dirty="0"/>
              <a:t> </a:t>
            </a:r>
            <a:r>
              <a:rPr lang="en-US" altLang="ko-KR" sz="1600" dirty="0" err="1"/>
              <a:t>VBoxSGA</a:t>
            </a:r>
            <a:r>
              <a:rPr lang="en-US" altLang="ko-KR" sz="1600" dirty="0"/>
              <a:t> </a:t>
            </a:r>
            <a:r>
              <a:rPr lang="ko-KR" altLang="en-US" sz="1600" dirty="0"/>
              <a:t>사용 권장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557554875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1.3 Oracle Virtual Box </a:t>
            </a:r>
            <a:r>
              <a:rPr lang="ko-KR" altLang="en-US"/>
              <a:t>설치 및 준비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2"/>
            <a:ext cx="9193212" cy="5472707"/>
          </a:xfrm>
        </p:spPr>
        <p:txBody>
          <a:bodyPr/>
          <a:lstStyle/>
          <a:p>
            <a:pPr>
              <a:buFontTx/>
              <a:buChar char="•"/>
            </a:pPr>
            <a:r>
              <a:rPr lang="ko-KR" altLang="en-US" sz="2000" dirty="0"/>
              <a:t>가상 머신 계정 </a:t>
            </a:r>
            <a:r>
              <a:rPr lang="en-US" altLang="ko-KR" sz="2000" dirty="0"/>
              <a:t>(root</a:t>
            </a:r>
            <a:r>
              <a:rPr lang="ko-KR" altLang="en-US" sz="2000" dirty="0"/>
              <a:t>로 </a:t>
            </a:r>
            <a:r>
              <a:rPr lang="ko-KR" altLang="en-US" sz="2000" dirty="0" err="1"/>
              <a:t>로그인은</a:t>
            </a:r>
            <a:r>
              <a:rPr lang="ko-KR" altLang="en-US" sz="2000" dirty="0"/>
              <a:t> 안됨</a:t>
            </a:r>
            <a:r>
              <a:rPr lang="en-US" altLang="ko-KR" sz="2000" dirty="0"/>
              <a:t>)</a:t>
            </a:r>
          </a:p>
          <a:p>
            <a:pPr lvl="1">
              <a:buFontTx/>
              <a:buChar char="•"/>
            </a:pPr>
            <a:r>
              <a:rPr lang="ko-KR" altLang="en-US" sz="1800" dirty="0"/>
              <a:t>로그인 계정 </a:t>
            </a:r>
            <a:r>
              <a:rPr lang="en-US" altLang="ko-KR" sz="1800" dirty="0"/>
              <a:t>: user / </a:t>
            </a:r>
            <a:r>
              <a:rPr lang="en-US" altLang="ko-KR" sz="1800" dirty="0" err="1"/>
              <a:t>user1</a:t>
            </a:r>
            <a:r>
              <a:rPr lang="en-US" altLang="ko-KR" sz="1800" dirty="0"/>
              <a:t>!</a:t>
            </a:r>
          </a:p>
          <a:p>
            <a:pPr lvl="1">
              <a:buFontTx/>
              <a:buChar char="•"/>
            </a:pPr>
            <a:r>
              <a:rPr lang="ko-KR" altLang="en-US" sz="1800" dirty="0"/>
              <a:t>관리자 계정 </a:t>
            </a:r>
            <a:r>
              <a:rPr lang="en-US" altLang="ko-KR" sz="1800" dirty="0"/>
              <a:t>: root / </a:t>
            </a:r>
            <a:r>
              <a:rPr lang="en-US" altLang="ko-KR" sz="1800" dirty="0" err="1"/>
              <a:t>root1</a:t>
            </a:r>
            <a:r>
              <a:rPr lang="en-US" altLang="ko-KR" sz="1800" dirty="0"/>
              <a:t>! (</a:t>
            </a:r>
            <a:r>
              <a:rPr lang="en-US" altLang="ko-KR" sz="1800" dirty="0" err="1"/>
              <a:t>su</a:t>
            </a:r>
            <a:r>
              <a:rPr lang="en-US" altLang="ko-KR" sz="1800" dirty="0"/>
              <a:t> </a:t>
            </a:r>
            <a:r>
              <a:rPr lang="ko-KR" altLang="en-US" sz="1800" dirty="0"/>
              <a:t>로만 계정 변경 가능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로그인은</a:t>
            </a:r>
            <a:r>
              <a:rPr lang="ko-KR" altLang="en-US" sz="1800" dirty="0"/>
              <a:t> 안됨</a:t>
            </a:r>
            <a:r>
              <a:rPr lang="en-US" altLang="ko-KR" sz="1800" dirty="0"/>
              <a:t>)</a:t>
            </a:r>
          </a:p>
          <a:p>
            <a:pPr>
              <a:buFontTx/>
              <a:buChar char="•"/>
            </a:pPr>
            <a:r>
              <a:rPr lang="ko-KR" altLang="en-US" sz="2000" dirty="0"/>
              <a:t>가상 </a:t>
            </a:r>
            <a:r>
              <a:rPr lang="ko-KR" altLang="en-US" sz="2000" dirty="0" err="1"/>
              <a:t>머신에서</a:t>
            </a:r>
            <a:r>
              <a:rPr lang="ko-KR" altLang="en-US" sz="2000" dirty="0"/>
              <a:t> 하거나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SSH</a:t>
            </a:r>
            <a:r>
              <a:rPr lang="en-US" altLang="ko-KR" sz="2000" dirty="0"/>
              <a:t> </a:t>
            </a:r>
            <a:r>
              <a:rPr lang="ko-KR" altLang="en-US" sz="2000" dirty="0"/>
              <a:t>로 연결해서 </a:t>
            </a:r>
            <a:r>
              <a:rPr lang="en-US" altLang="ko-KR" sz="2000" dirty="0"/>
              <a:t>Lab </a:t>
            </a:r>
            <a:r>
              <a:rPr lang="ko-KR" altLang="en-US" sz="2000" dirty="0"/>
              <a:t>진행 </a:t>
            </a:r>
            <a:r>
              <a:rPr lang="ko-KR" altLang="en-US" sz="2000" dirty="0" smtClean="0"/>
              <a:t>가능</a:t>
            </a:r>
            <a:endParaRPr lang="en-US" altLang="ko-KR" sz="16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488" y="2636912"/>
            <a:ext cx="4551706" cy="3289189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8816" y="2637620"/>
            <a:ext cx="4561800" cy="3288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992431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22" name="Group 4"/>
          <p:cNvGrpSpPr>
            <a:grpSpLocks/>
          </p:cNvGrpSpPr>
          <p:nvPr/>
        </p:nvGrpSpPr>
        <p:grpSpPr bwMode="auto">
          <a:xfrm>
            <a:off x="-15875" y="1905000"/>
            <a:ext cx="9399588" cy="533400"/>
            <a:chOff x="0" y="768"/>
            <a:chExt cx="3870" cy="48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5126" name="Rectangle 5"/>
            <p:cNvSpPr>
              <a:spLocks noChangeArrowheads="1"/>
            </p:cNvSpPr>
            <p:nvPr/>
          </p:nvSpPr>
          <p:spPr bwMode="auto">
            <a:xfrm>
              <a:off x="0" y="768"/>
              <a:ext cx="3630" cy="48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  <p:sp>
          <p:nvSpPr>
            <p:cNvPr id="5127" name="AutoShape 6"/>
            <p:cNvSpPr>
              <a:spLocks noChangeArrowheads="1"/>
            </p:cNvSpPr>
            <p:nvPr/>
          </p:nvSpPr>
          <p:spPr bwMode="auto">
            <a:xfrm>
              <a:off x="2640" y="768"/>
              <a:ext cx="1230" cy="48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</p:grpSp>
      <p:sp>
        <p:nvSpPr>
          <p:cNvPr id="5123" name="AutoShape 7"/>
          <p:cNvSpPr>
            <a:spLocks noChangeArrowheads="1"/>
          </p:cNvSpPr>
          <p:nvPr/>
        </p:nvSpPr>
        <p:spPr bwMode="auto">
          <a:xfrm>
            <a:off x="3490913" y="1943100"/>
            <a:ext cx="3749675" cy="457200"/>
          </a:xfrm>
          <a:prstGeom prst="bevel">
            <a:avLst>
              <a:gd name="adj" fmla="val 12500"/>
            </a:avLst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eaLnBrk="1" latinLnBrk="0" hangingPunct="1">
              <a:spcBef>
                <a:spcPct val="0"/>
              </a:spcBef>
            </a:pPr>
            <a:r>
              <a:rPr kumimoji="0" lang="en-US" altLang="ko-KR" sz="3200" b="1" dirty="0" smtClean="0">
                <a:solidFill>
                  <a:schemeClr val="bg1"/>
                </a:solidFill>
              </a:rPr>
              <a:t>Ontology </a:t>
            </a:r>
            <a:r>
              <a:rPr kumimoji="0" lang="en-US" altLang="ko-KR" sz="3200" b="1" dirty="0">
                <a:solidFill>
                  <a:schemeClr val="bg1"/>
                </a:solidFill>
              </a:rPr>
              <a:t>Quick Start</a:t>
            </a:r>
          </a:p>
        </p:txBody>
      </p:sp>
      <p:sp>
        <p:nvSpPr>
          <p:cNvPr id="5124" name="Rectangle 8"/>
          <p:cNvSpPr>
            <a:spLocks noChangeArrowheads="1"/>
          </p:cNvSpPr>
          <p:nvPr/>
        </p:nvSpPr>
        <p:spPr bwMode="auto">
          <a:xfrm>
            <a:off x="1577975" y="1219200"/>
            <a:ext cx="1377950" cy="2057400"/>
          </a:xfrm>
          <a:prstGeom prst="rect">
            <a:avLst/>
          </a:prstGeom>
          <a:noFill/>
          <a:ln>
            <a:noFill/>
          </a:ln>
          <a:effectLst>
            <a:outerShdw dist="71842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ko-KR" sz="14000" i="1">
                <a:solidFill>
                  <a:srgbClr val="FF0000"/>
                </a:solidFill>
                <a:latin typeface="Arial Black" pitchFamily="34" charset="0"/>
                <a:ea typeface="HY견고딕" pitchFamily="18" charset="-127"/>
              </a:rPr>
              <a:t>2</a:t>
            </a:r>
          </a:p>
        </p:txBody>
      </p:sp>
      <p:sp>
        <p:nvSpPr>
          <p:cNvPr id="5125" name="Text Box 9"/>
          <p:cNvSpPr txBox="1">
            <a:spLocks noChangeArrowheads="1"/>
          </p:cNvSpPr>
          <p:nvPr/>
        </p:nvSpPr>
        <p:spPr bwMode="auto">
          <a:xfrm>
            <a:off x="3414713" y="2667000"/>
            <a:ext cx="6237287" cy="8925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2.1 </a:t>
            </a:r>
            <a:r>
              <a:rPr kumimoji="0" lang="en-US" altLang="ko-KR" b="1" dirty="0" smtClean="0"/>
              <a:t>..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2.2 </a:t>
            </a:r>
            <a:r>
              <a:rPr kumimoji="0" lang="en-US" altLang="ko-KR" b="1" dirty="0" smtClean="0"/>
              <a:t>..</a:t>
            </a:r>
            <a:endParaRPr kumimoji="0"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669781957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2.1 </a:t>
            </a:r>
            <a:r>
              <a:rPr lang="ko-KR" altLang="en-US" dirty="0" smtClean="0"/>
              <a:t>서울시 실시간 도시 데이터 사용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en-US" altLang="ko-KR" sz="1800" dirty="0" err="1"/>
              <a:t>VM</a:t>
            </a:r>
            <a:r>
              <a:rPr lang="ko-KR" altLang="en-US" sz="1800" dirty="0"/>
              <a:t>에 </a:t>
            </a:r>
            <a:r>
              <a:rPr lang="en-US" altLang="ko-KR" sz="1800" dirty="0"/>
              <a:t>Apache Kafka 4.2 </a:t>
            </a:r>
            <a:r>
              <a:rPr lang="ko-KR" altLang="en-US" sz="1800" dirty="0"/>
              <a:t>사전 설치함</a:t>
            </a:r>
            <a:endParaRPr lang="en-US" altLang="ko-KR" sz="1800" dirty="0"/>
          </a:p>
          <a:p>
            <a:pPr lvl="1">
              <a:buFontTx/>
              <a:buChar char="•"/>
            </a:pPr>
            <a:r>
              <a:rPr lang="en-US" altLang="ko-KR" sz="1400" dirty="0"/>
              <a:t>/opt/</a:t>
            </a:r>
            <a:r>
              <a:rPr lang="en-US" altLang="ko-KR" sz="1400" dirty="0" err="1"/>
              <a:t>kafka</a:t>
            </a:r>
            <a:r>
              <a:rPr lang="en-US" altLang="ko-KR" sz="1400" dirty="0"/>
              <a:t> </a:t>
            </a:r>
            <a:r>
              <a:rPr lang="ko-KR" altLang="en-US" sz="1400" dirty="0"/>
              <a:t>에 사전 설치됨</a:t>
            </a:r>
            <a:r>
              <a:rPr lang="en-US" altLang="ko-KR" sz="1400" dirty="0"/>
              <a:t>. Kafka </a:t>
            </a:r>
            <a:r>
              <a:rPr lang="ko-KR" altLang="en-US" sz="1400" dirty="0"/>
              <a:t>홈페이지에서 </a:t>
            </a:r>
            <a:r>
              <a:rPr lang="ko-KR" altLang="en-US" sz="1400" dirty="0" err="1"/>
              <a:t>다운로드하여</a:t>
            </a:r>
            <a:r>
              <a:rPr lang="ko-KR" altLang="en-US" sz="1400" dirty="0"/>
              <a:t> 압축 해제 하면 바로 사용 가능</a:t>
            </a:r>
            <a:endParaRPr lang="en-US" altLang="ko-KR" sz="1400" dirty="0"/>
          </a:p>
          <a:p>
            <a:pPr lvl="1">
              <a:buFontTx/>
              <a:buChar char="•"/>
            </a:pPr>
            <a:r>
              <a:rPr lang="ko-KR" altLang="en-US" sz="1400" dirty="0"/>
              <a:t>필수 조건으로 </a:t>
            </a:r>
            <a:r>
              <a:rPr lang="en-US" altLang="ko-KR" sz="1400" dirty="0"/>
              <a:t>JAVA 17 </a:t>
            </a:r>
            <a:r>
              <a:rPr lang="ko-KR" altLang="en-US" sz="1400" dirty="0"/>
              <a:t>이상 필요</a:t>
            </a:r>
            <a:r>
              <a:rPr lang="en-US" altLang="ko-KR" sz="1400" dirty="0"/>
              <a:t> (</a:t>
            </a:r>
            <a:r>
              <a:rPr lang="en-US" altLang="ko-KR" sz="1400" dirty="0" err="1"/>
              <a:t>VM</a:t>
            </a:r>
            <a:r>
              <a:rPr lang="ko-KR" altLang="en-US" sz="1400" dirty="0"/>
              <a:t>에는 자바 </a:t>
            </a:r>
            <a:r>
              <a:rPr lang="en-US" altLang="ko-KR" sz="1400" dirty="0"/>
              <a:t>21 </a:t>
            </a:r>
            <a:r>
              <a:rPr lang="en-US" altLang="ko-KR" sz="1400" dirty="0" err="1"/>
              <a:t>LTS</a:t>
            </a:r>
            <a:r>
              <a:rPr lang="en-US" altLang="ko-KR" sz="1400" dirty="0"/>
              <a:t> </a:t>
            </a:r>
            <a:r>
              <a:rPr lang="ko-KR" altLang="en-US" sz="1400" dirty="0"/>
              <a:t>버전 설치됨</a:t>
            </a:r>
            <a:r>
              <a:rPr lang="en-US" altLang="ko-KR" sz="1400" dirty="0"/>
              <a:t>)</a:t>
            </a:r>
          </a:p>
          <a:p>
            <a:pPr lvl="1">
              <a:buFontTx/>
              <a:buChar char="•"/>
            </a:pPr>
            <a:r>
              <a:rPr lang="en-US" altLang="ko-KR" sz="1400" dirty="0" err="1"/>
              <a:t>kafka</a:t>
            </a:r>
            <a:r>
              <a:rPr lang="en-US" altLang="ko-KR" sz="1400" dirty="0"/>
              <a:t> </a:t>
            </a:r>
            <a:r>
              <a:rPr lang="ko-KR" altLang="en-US" sz="1400" dirty="0"/>
              <a:t>계정 생성하지 않고 </a:t>
            </a:r>
            <a:r>
              <a:rPr lang="en-US" altLang="ko-KR" sz="1400" dirty="0"/>
              <a:t>user </a:t>
            </a:r>
            <a:r>
              <a:rPr lang="ko-KR" altLang="en-US" sz="1400" dirty="0"/>
              <a:t>계정으로 권한 부여함</a:t>
            </a:r>
            <a:endParaRPr lang="en-US" altLang="ko-KR" sz="1400" dirty="0"/>
          </a:p>
          <a:p>
            <a:pPr lvl="1">
              <a:buFontTx/>
              <a:buChar char="•"/>
            </a:pPr>
            <a:endParaRPr lang="en-US" altLang="ko-KR" sz="1400" dirty="0"/>
          </a:p>
          <a:p>
            <a:pPr>
              <a:buFontTx/>
              <a:buChar char="•"/>
            </a:pPr>
            <a:r>
              <a:rPr lang="en-US" altLang="ko-KR" sz="1800" dirty="0"/>
              <a:t>Apache Kafka </a:t>
            </a:r>
            <a:r>
              <a:rPr lang="en-US" altLang="ko-KR" sz="1800" dirty="0" err="1"/>
              <a:t>4.x</a:t>
            </a:r>
            <a:r>
              <a:rPr lang="en-US" altLang="ko-KR" sz="1800" dirty="0"/>
              <a:t> </a:t>
            </a:r>
            <a:r>
              <a:rPr lang="ko-KR" altLang="en-US" sz="1800" dirty="0"/>
              <a:t>설치 후 초기 작업 </a:t>
            </a:r>
            <a:r>
              <a:rPr lang="en-US" altLang="ko-KR" sz="1800" dirty="0"/>
              <a:t>(DOCKER</a:t>
            </a:r>
            <a:r>
              <a:rPr lang="ko-KR" altLang="en-US" sz="1800" dirty="0"/>
              <a:t>일 경우 불필요</a:t>
            </a:r>
            <a:r>
              <a:rPr lang="en-US" altLang="ko-KR" sz="1800" dirty="0"/>
              <a:t>)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/opt/</a:t>
            </a:r>
            <a:r>
              <a:rPr lang="en-US" altLang="ko-KR" sz="1000" dirty="0" err="1"/>
              <a:t>kafka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CLUSTER_ID</a:t>
            </a:r>
            <a:r>
              <a:rPr lang="en-US" altLang="ko-KR" sz="1000" dirty="0"/>
              <a:t> </a:t>
            </a:r>
            <a:r>
              <a:rPr lang="ko-KR" altLang="en-US" sz="1000" dirty="0"/>
              <a:t>값 추출 </a:t>
            </a:r>
            <a:r>
              <a:rPr lang="en-US" altLang="ko-KR" sz="1000" dirty="0"/>
              <a:t>(RANDOM)</a:t>
            </a:r>
          </a:p>
          <a:p>
            <a:pPr marL="0" indent="0">
              <a:buNone/>
            </a:pPr>
            <a:r>
              <a:rPr lang="en-US" altLang="ko-KR" sz="1000" dirty="0" err="1"/>
              <a:t>KAFKA_CLUSTER_ID</a:t>
            </a:r>
            <a:r>
              <a:rPr lang="en-US" altLang="ko-KR" sz="1000" dirty="0" smtClean="0"/>
              <a:t>="$(</a:t>
            </a:r>
            <a:r>
              <a:rPr lang="en-US" altLang="ko-KR" sz="1000" dirty="0"/>
              <a:t>bin/</a:t>
            </a:r>
            <a:r>
              <a:rPr lang="en-US" altLang="ko-KR" sz="1000" dirty="0" err="1"/>
              <a:t>kafka-storage.sh</a:t>
            </a:r>
            <a:r>
              <a:rPr lang="en-US" altLang="ko-KR" sz="1000" dirty="0"/>
              <a:t> random-</a:t>
            </a:r>
            <a:r>
              <a:rPr lang="en-US" altLang="ko-KR" sz="1000" dirty="0" err="1"/>
              <a:t>uuid</a:t>
            </a:r>
            <a:r>
              <a:rPr lang="en-US" altLang="ko-KR" sz="1000" dirty="0" smtClean="0"/>
              <a:t>)"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KAFKA STORAGE FORMAT -&gt; </a:t>
            </a:r>
            <a:r>
              <a:rPr lang="en-US" altLang="ko-KR" sz="1000" dirty="0" err="1"/>
              <a:t>server.properties</a:t>
            </a:r>
            <a:r>
              <a:rPr lang="en-US" altLang="ko-KR" sz="1000" dirty="0"/>
              <a:t> </a:t>
            </a:r>
            <a:r>
              <a:rPr lang="ko-KR" altLang="en-US" sz="1000" dirty="0"/>
              <a:t>파일에서 </a:t>
            </a:r>
            <a:r>
              <a:rPr lang="en-US" altLang="ko-KR" sz="1000" dirty="0"/>
              <a:t>storage </a:t>
            </a:r>
            <a:r>
              <a:rPr lang="ko-KR" altLang="en-US" sz="1000" dirty="0"/>
              <a:t>위치 변경 가능 </a:t>
            </a:r>
            <a:r>
              <a:rPr lang="en-US" altLang="ko-KR" sz="1000" dirty="0"/>
              <a:t>(</a:t>
            </a:r>
            <a:r>
              <a:rPr lang="en-US" altLang="ko-KR" sz="1000" dirty="0" err="1"/>
              <a:t>log.dirs</a:t>
            </a:r>
            <a:r>
              <a:rPr lang="en-US" altLang="ko-KR" sz="1000" dirty="0"/>
              <a:t>.)</a:t>
            </a:r>
            <a:r>
              <a:rPr lang="ko-KR" altLang="en-US" sz="1000" dirty="0"/>
              <a:t> 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kafka-storage.sh</a:t>
            </a:r>
            <a:r>
              <a:rPr lang="en-US" altLang="ko-KR" sz="1000" dirty="0"/>
              <a:t> format --standalone -t $</a:t>
            </a:r>
            <a:r>
              <a:rPr lang="en-US" altLang="ko-KR" sz="1000" dirty="0" err="1"/>
              <a:t>KAFKA_CLUSTER_ID</a:t>
            </a:r>
            <a:r>
              <a:rPr lang="en-US" altLang="ko-KR" sz="1000" dirty="0"/>
              <a:t> -c </a:t>
            </a:r>
            <a:r>
              <a:rPr lang="en-US" altLang="ko-KR" sz="1000" dirty="0" err="1"/>
              <a:t>config</a:t>
            </a:r>
            <a:r>
              <a:rPr lang="en-US" altLang="ko-KR" sz="1000" dirty="0"/>
              <a:t>/</a:t>
            </a:r>
            <a:r>
              <a:rPr lang="en-US" altLang="ko-KR" sz="1000" dirty="0" err="1"/>
              <a:t>server.properties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400" dirty="0"/>
          </a:p>
          <a:p>
            <a:pPr marL="0" lvl="1" indent="0">
              <a:buNone/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879448681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2.1 </a:t>
            </a:r>
            <a:r>
              <a:rPr lang="en-US" altLang="ko-KR" dirty="0" err="1" smtClean="0"/>
              <a:t>ollama</a:t>
            </a:r>
            <a:r>
              <a:rPr lang="en-US" altLang="ko-KR" dirty="0" smtClean="0"/>
              <a:t> </a:t>
            </a:r>
            <a:r>
              <a:rPr lang="ko-KR" altLang="en-US" dirty="0" smtClean="0"/>
              <a:t>설치 및 간단한 사용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en-US" altLang="ko-KR" sz="1800" dirty="0" err="1"/>
              <a:t>VM</a:t>
            </a:r>
            <a:r>
              <a:rPr lang="ko-KR" altLang="en-US" sz="1800" dirty="0"/>
              <a:t>에 </a:t>
            </a:r>
            <a:r>
              <a:rPr lang="en-US" altLang="ko-KR" sz="1800" dirty="0"/>
              <a:t>Apache Kafka 4.2 </a:t>
            </a:r>
            <a:r>
              <a:rPr lang="ko-KR" altLang="en-US" sz="1800" dirty="0"/>
              <a:t>사전 설치함</a:t>
            </a:r>
            <a:endParaRPr lang="en-US" altLang="ko-KR" sz="1800" dirty="0"/>
          </a:p>
          <a:p>
            <a:pPr lvl="1">
              <a:buFontTx/>
              <a:buChar char="•"/>
            </a:pPr>
            <a:r>
              <a:rPr lang="en-US" altLang="ko-KR" sz="1400" dirty="0"/>
              <a:t>/opt/</a:t>
            </a:r>
            <a:r>
              <a:rPr lang="en-US" altLang="ko-KR" sz="1400" dirty="0" err="1"/>
              <a:t>kafka</a:t>
            </a:r>
            <a:r>
              <a:rPr lang="en-US" altLang="ko-KR" sz="1400" dirty="0"/>
              <a:t> </a:t>
            </a:r>
            <a:r>
              <a:rPr lang="ko-KR" altLang="en-US" sz="1400" dirty="0"/>
              <a:t>에 사전 설치됨</a:t>
            </a:r>
            <a:r>
              <a:rPr lang="en-US" altLang="ko-KR" sz="1400" dirty="0"/>
              <a:t>. Kafka </a:t>
            </a:r>
            <a:r>
              <a:rPr lang="ko-KR" altLang="en-US" sz="1400" dirty="0"/>
              <a:t>홈페이지에서 </a:t>
            </a:r>
            <a:r>
              <a:rPr lang="ko-KR" altLang="en-US" sz="1400" dirty="0" err="1"/>
              <a:t>다운로드하여</a:t>
            </a:r>
            <a:r>
              <a:rPr lang="ko-KR" altLang="en-US" sz="1400" dirty="0"/>
              <a:t> 압축 해제 하면 바로 사용 가능</a:t>
            </a:r>
            <a:endParaRPr lang="en-US" altLang="ko-KR" sz="1400" dirty="0"/>
          </a:p>
          <a:p>
            <a:pPr lvl="1">
              <a:buFontTx/>
              <a:buChar char="•"/>
            </a:pPr>
            <a:r>
              <a:rPr lang="ko-KR" altLang="en-US" sz="1400" dirty="0"/>
              <a:t>필수 조건으로 </a:t>
            </a:r>
            <a:r>
              <a:rPr lang="en-US" altLang="ko-KR" sz="1400" dirty="0"/>
              <a:t>JAVA 17 </a:t>
            </a:r>
            <a:r>
              <a:rPr lang="ko-KR" altLang="en-US" sz="1400" dirty="0"/>
              <a:t>이상 필요</a:t>
            </a:r>
            <a:r>
              <a:rPr lang="en-US" altLang="ko-KR" sz="1400" dirty="0"/>
              <a:t> (</a:t>
            </a:r>
            <a:r>
              <a:rPr lang="en-US" altLang="ko-KR" sz="1400" dirty="0" err="1"/>
              <a:t>VM</a:t>
            </a:r>
            <a:r>
              <a:rPr lang="ko-KR" altLang="en-US" sz="1400" dirty="0"/>
              <a:t>에는 자바 </a:t>
            </a:r>
            <a:r>
              <a:rPr lang="en-US" altLang="ko-KR" sz="1400" dirty="0"/>
              <a:t>21 </a:t>
            </a:r>
            <a:r>
              <a:rPr lang="en-US" altLang="ko-KR" sz="1400" dirty="0" err="1"/>
              <a:t>LTS</a:t>
            </a:r>
            <a:r>
              <a:rPr lang="en-US" altLang="ko-KR" sz="1400" dirty="0"/>
              <a:t> </a:t>
            </a:r>
            <a:r>
              <a:rPr lang="ko-KR" altLang="en-US" sz="1400" dirty="0"/>
              <a:t>버전 설치됨</a:t>
            </a:r>
            <a:r>
              <a:rPr lang="en-US" altLang="ko-KR" sz="1400" dirty="0"/>
              <a:t>)</a:t>
            </a:r>
          </a:p>
          <a:p>
            <a:pPr lvl="1">
              <a:buFontTx/>
              <a:buChar char="•"/>
            </a:pPr>
            <a:r>
              <a:rPr lang="en-US" altLang="ko-KR" sz="1400" dirty="0" err="1"/>
              <a:t>kafka</a:t>
            </a:r>
            <a:r>
              <a:rPr lang="en-US" altLang="ko-KR" sz="1400" dirty="0"/>
              <a:t> </a:t>
            </a:r>
            <a:r>
              <a:rPr lang="ko-KR" altLang="en-US" sz="1400" dirty="0"/>
              <a:t>계정 생성하지 않고 </a:t>
            </a:r>
            <a:r>
              <a:rPr lang="en-US" altLang="ko-KR" sz="1400" dirty="0"/>
              <a:t>user </a:t>
            </a:r>
            <a:r>
              <a:rPr lang="ko-KR" altLang="en-US" sz="1400" dirty="0"/>
              <a:t>계정으로 권한 부여함</a:t>
            </a:r>
            <a:endParaRPr lang="en-US" altLang="ko-KR" sz="1400" dirty="0"/>
          </a:p>
          <a:p>
            <a:pPr lvl="1">
              <a:buFontTx/>
              <a:buChar char="•"/>
            </a:pPr>
            <a:endParaRPr lang="en-US" altLang="ko-KR" sz="1400" dirty="0"/>
          </a:p>
          <a:p>
            <a:pPr>
              <a:buFontTx/>
              <a:buChar char="•"/>
            </a:pPr>
            <a:r>
              <a:rPr lang="en-US" altLang="ko-KR" sz="1800" dirty="0"/>
              <a:t>Apache Kafka </a:t>
            </a:r>
            <a:r>
              <a:rPr lang="en-US" altLang="ko-KR" sz="1800" dirty="0" err="1"/>
              <a:t>4.x</a:t>
            </a:r>
            <a:r>
              <a:rPr lang="en-US" altLang="ko-KR" sz="1800" dirty="0"/>
              <a:t> </a:t>
            </a:r>
            <a:r>
              <a:rPr lang="ko-KR" altLang="en-US" sz="1800" dirty="0"/>
              <a:t>설치 후 초기 작업 </a:t>
            </a:r>
            <a:r>
              <a:rPr lang="en-US" altLang="ko-KR" sz="1800" dirty="0"/>
              <a:t>(DOCKER</a:t>
            </a:r>
            <a:r>
              <a:rPr lang="ko-KR" altLang="en-US" sz="1800" dirty="0"/>
              <a:t>일 경우 불필요</a:t>
            </a:r>
            <a:r>
              <a:rPr lang="en-US" altLang="ko-KR" sz="1800" dirty="0"/>
              <a:t>)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/opt/</a:t>
            </a:r>
            <a:r>
              <a:rPr lang="en-US" altLang="ko-KR" sz="1000" dirty="0" err="1"/>
              <a:t>kafka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CLUSTER_ID</a:t>
            </a:r>
            <a:r>
              <a:rPr lang="en-US" altLang="ko-KR" sz="1000" dirty="0"/>
              <a:t> </a:t>
            </a:r>
            <a:r>
              <a:rPr lang="ko-KR" altLang="en-US" sz="1000" dirty="0"/>
              <a:t>값 추출 </a:t>
            </a:r>
            <a:r>
              <a:rPr lang="en-US" altLang="ko-KR" sz="1000" dirty="0"/>
              <a:t>(RANDOM)</a:t>
            </a:r>
          </a:p>
          <a:p>
            <a:pPr marL="0" indent="0">
              <a:buNone/>
            </a:pPr>
            <a:r>
              <a:rPr lang="en-US" altLang="ko-KR" sz="1000" dirty="0" err="1"/>
              <a:t>KAFKA_CLUSTER_ID</a:t>
            </a:r>
            <a:r>
              <a:rPr lang="en-US" altLang="ko-KR" sz="1000" dirty="0" smtClean="0"/>
              <a:t>="$(</a:t>
            </a:r>
            <a:r>
              <a:rPr lang="en-US" altLang="ko-KR" sz="1000" dirty="0"/>
              <a:t>bin/</a:t>
            </a:r>
            <a:r>
              <a:rPr lang="en-US" altLang="ko-KR" sz="1000" dirty="0" err="1"/>
              <a:t>kafka-storage.sh</a:t>
            </a:r>
            <a:r>
              <a:rPr lang="en-US" altLang="ko-KR" sz="1000" dirty="0"/>
              <a:t> random-</a:t>
            </a:r>
            <a:r>
              <a:rPr lang="en-US" altLang="ko-KR" sz="1000" dirty="0" err="1"/>
              <a:t>uuid</a:t>
            </a:r>
            <a:r>
              <a:rPr lang="en-US" altLang="ko-KR" sz="1000" dirty="0" smtClean="0"/>
              <a:t>)"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KAFKA STORAGE FORMAT -&gt; </a:t>
            </a:r>
            <a:r>
              <a:rPr lang="en-US" altLang="ko-KR" sz="1000" dirty="0" err="1"/>
              <a:t>server.properties</a:t>
            </a:r>
            <a:r>
              <a:rPr lang="en-US" altLang="ko-KR" sz="1000" dirty="0"/>
              <a:t> </a:t>
            </a:r>
            <a:r>
              <a:rPr lang="ko-KR" altLang="en-US" sz="1000" dirty="0"/>
              <a:t>파일에서 </a:t>
            </a:r>
            <a:r>
              <a:rPr lang="en-US" altLang="ko-KR" sz="1000" dirty="0"/>
              <a:t>storage </a:t>
            </a:r>
            <a:r>
              <a:rPr lang="ko-KR" altLang="en-US" sz="1000" dirty="0"/>
              <a:t>위치 변경 가능 </a:t>
            </a:r>
            <a:r>
              <a:rPr lang="en-US" altLang="ko-KR" sz="1000" dirty="0"/>
              <a:t>(</a:t>
            </a:r>
            <a:r>
              <a:rPr lang="en-US" altLang="ko-KR" sz="1000" dirty="0" err="1"/>
              <a:t>log.dirs</a:t>
            </a:r>
            <a:r>
              <a:rPr lang="en-US" altLang="ko-KR" sz="1000" dirty="0"/>
              <a:t>.)</a:t>
            </a:r>
            <a:r>
              <a:rPr lang="ko-KR" altLang="en-US" sz="1000" dirty="0"/>
              <a:t> 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kafka-storage.sh</a:t>
            </a:r>
            <a:r>
              <a:rPr lang="en-US" altLang="ko-KR" sz="1000" dirty="0"/>
              <a:t> format --standalone -t $</a:t>
            </a:r>
            <a:r>
              <a:rPr lang="en-US" altLang="ko-KR" sz="1000" dirty="0" err="1"/>
              <a:t>KAFKA_CLUSTER_ID</a:t>
            </a:r>
            <a:r>
              <a:rPr lang="en-US" altLang="ko-KR" sz="1000" dirty="0"/>
              <a:t> -c </a:t>
            </a:r>
            <a:r>
              <a:rPr lang="en-US" altLang="ko-KR" sz="1000" dirty="0" err="1"/>
              <a:t>config</a:t>
            </a:r>
            <a:r>
              <a:rPr lang="en-US" altLang="ko-KR" sz="1000" dirty="0"/>
              <a:t>/</a:t>
            </a:r>
            <a:r>
              <a:rPr lang="en-US" altLang="ko-KR" sz="1000" dirty="0" err="1"/>
              <a:t>server.properties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400" dirty="0"/>
          </a:p>
          <a:p>
            <a:pPr marL="0" lvl="1" indent="0">
              <a:buNone/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273803037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2.1 Open WEB UI </a:t>
            </a:r>
            <a:r>
              <a:rPr lang="ko-KR" altLang="en-US" dirty="0" smtClean="0"/>
              <a:t>설치 및 테스트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en-US" altLang="ko-KR" sz="1800" dirty="0" err="1"/>
              <a:t>VM</a:t>
            </a:r>
            <a:r>
              <a:rPr lang="ko-KR" altLang="en-US" sz="1800" dirty="0"/>
              <a:t>에 </a:t>
            </a:r>
            <a:r>
              <a:rPr lang="en-US" altLang="ko-KR" sz="1800" dirty="0"/>
              <a:t>Apache Kafka 4.2 </a:t>
            </a:r>
            <a:r>
              <a:rPr lang="ko-KR" altLang="en-US" sz="1800" dirty="0"/>
              <a:t>사전 설치함</a:t>
            </a:r>
            <a:endParaRPr lang="en-US" altLang="ko-KR" sz="1800" dirty="0"/>
          </a:p>
          <a:p>
            <a:pPr lvl="1">
              <a:buFontTx/>
              <a:buChar char="•"/>
            </a:pPr>
            <a:r>
              <a:rPr lang="en-US" altLang="ko-KR" sz="1400" dirty="0"/>
              <a:t>/opt/</a:t>
            </a:r>
            <a:r>
              <a:rPr lang="en-US" altLang="ko-KR" sz="1400" dirty="0" err="1"/>
              <a:t>kafka</a:t>
            </a:r>
            <a:r>
              <a:rPr lang="en-US" altLang="ko-KR" sz="1400" dirty="0"/>
              <a:t> </a:t>
            </a:r>
            <a:r>
              <a:rPr lang="ko-KR" altLang="en-US" sz="1400" dirty="0"/>
              <a:t>에 사전 설치됨</a:t>
            </a:r>
            <a:r>
              <a:rPr lang="en-US" altLang="ko-KR" sz="1400" dirty="0"/>
              <a:t>. Kafka </a:t>
            </a:r>
            <a:r>
              <a:rPr lang="ko-KR" altLang="en-US" sz="1400" dirty="0"/>
              <a:t>홈페이지에서 </a:t>
            </a:r>
            <a:r>
              <a:rPr lang="ko-KR" altLang="en-US" sz="1400" dirty="0" err="1"/>
              <a:t>다운로드하여</a:t>
            </a:r>
            <a:r>
              <a:rPr lang="ko-KR" altLang="en-US" sz="1400" dirty="0"/>
              <a:t> 압축 해제 하면 바로 사용 가능</a:t>
            </a:r>
            <a:endParaRPr lang="en-US" altLang="ko-KR" sz="1400" dirty="0"/>
          </a:p>
          <a:p>
            <a:pPr lvl="1">
              <a:buFontTx/>
              <a:buChar char="•"/>
            </a:pPr>
            <a:r>
              <a:rPr lang="ko-KR" altLang="en-US" sz="1400" dirty="0"/>
              <a:t>필수 조건으로 </a:t>
            </a:r>
            <a:r>
              <a:rPr lang="en-US" altLang="ko-KR" sz="1400" dirty="0"/>
              <a:t>JAVA 17 </a:t>
            </a:r>
            <a:r>
              <a:rPr lang="ko-KR" altLang="en-US" sz="1400" dirty="0"/>
              <a:t>이상 필요</a:t>
            </a:r>
            <a:r>
              <a:rPr lang="en-US" altLang="ko-KR" sz="1400" dirty="0"/>
              <a:t> (</a:t>
            </a:r>
            <a:r>
              <a:rPr lang="en-US" altLang="ko-KR" sz="1400" dirty="0" err="1"/>
              <a:t>VM</a:t>
            </a:r>
            <a:r>
              <a:rPr lang="ko-KR" altLang="en-US" sz="1400" dirty="0"/>
              <a:t>에는 자바 </a:t>
            </a:r>
            <a:r>
              <a:rPr lang="en-US" altLang="ko-KR" sz="1400" dirty="0"/>
              <a:t>21 </a:t>
            </a:r>
            <a:r>
              <a:rPr lang="en-US" altLang="ko-KR" sz="1400" dirty="0" err="1"/>
              <a:t>LTS</a:t>
            </a:r>
            <a:r>
              <a:rPr lang="en-US" altLang="ko-KR" sz="1400" dirty="0"/>
              <a:t> </a:t>
            </a:r>
            <a:r>
              <a:rPr lang="ko-KR" altLang="en-US" sz="1400" dirty="0"/>
              <a:t>버전 설치됨</a:t>
            </a:r>
            <a:r>
              <a:rPr lang="en-US" altLang="ko-KR" sz="1400" dirty="0"/>
              <a:t>)</a:t>
            </a:r>
          </a:p>
          <a:p>
            <a:pPr lvl="1">
              <a:buFontTx/>
              <a:buChar char="•"/>
            </a:pPr>
            <a:r>
              <a:rPr lang="en-US" altLang="ko-KR" sz="1400" dirty="0" err="1"/>
              <a:t>kafka</a:t>
            </a:r>
            <a:r>
              <a:rPr lang="en-US" altLang="ko-KR" sz="1400" dirty="0"/>
              <a:t> </a:t>
            </a:r>
            <a:r>
              <a:rPr lang="ko-KR" altLang="en-US" sz="1400" dirty="0"/>
              <a:t>계정 생성하지 않고 </a:t>
            </a:r>
            <a:r>
              <a:rPr lang="en-US" altLang="ko-KR" sz="1400" dirty="0"/>
              <a:t>user </a:t>
            </a:r>
            <a:r>
              <a:rPr lang="ko-KR" altLang="en-US" sz="1400" dirty="0"/>
              <a:t>계정으로 권한 부여함</a:t>
            </a:r>
            <a:endParaRPr lang="en-US" altLang="ko-KR" sz="1400" dirty="0"/>
          </a:p>
          <a:p>
            <a:pPr lvl="1">
              <a:buFontTx/>
              <a:buChar char="•"/>
            </a:pPr>
            <a:endParaRPr lang="en-US" altLang="ko-KR" sz="1400" dirty="0"/>
          </a:p>
          <a:p>
            <a:pPr>
              <a:buFontTx/>
              <a:buChar char="•"/>
            </a:pPr>
            <a:r>
              <a:rPr lang="en-US" altLang="ko-KR" sz="1800" dirty="0"/>
              <a:t>Apache Kafka </a:t>
            </a:r>
            <a:r>
              <a:rPr lang="en-US" altLang="ko-KR" sz="1800" dirty="0" err="1"/>
              <a:t>4.x</a:t>
            </a:r>
            <a:r>
              <a:rPr lang="en-US" altLang="ko-KR" sz="1800" dirty="0"/>
              <a:t> </a:t>
            </a:r>
            <a:r>
              <a:rPr lang="ko-KR" altLang="en-US" sz="1800" dirty="0"/>
              <a:t>설치 후 초기 작업 </a:t>
            </a:r>
            <a:r>
              <a:rPr lang="en-US" altLang="ko-KR" sz="1800" dirty="0"/>
              <a:t>(DOCKER</a:t>
            </a:r>
            <a:r>
              <a:rPr lang="ko-KR" altLang="en-US" sz="1800" dirty="0"/>
              <a:t>일 경우 불필요</a:t>
            </a:r>
            <a:r>
              <a:rPr lang="en-US" altLang="ko-KR" sz="1800" dirty="0"/>
              <a:t>)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/opt/</a:t>
            </a:r>
            <a:r>
              <a:rPr lang="en-US" altLang="ko-KR" sz="1000" dirty="0" err="1"/>
              <a:t>kafka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CLUSTER_ID</a:t>
            </a:r>
            <a:r>
              <a:rPr lang="en-US" altLang="ko-KR" sz="1000" dirty="0"/>
              <a:t> </a:t>
            </a:r>
            <a:r>
              <a:rPr lang="ko-KR" altLang="en-US" sz="1000" dirty="0"/>
              <a:t>값 추출 </a:t>
            </a:r>
            <a:r>
              <a:rPr lang="en-US" altLang="ko-KR" sz="1000" dirty="0"/>
              <a:t>(RANDOM)</a:t>
            </a:r>
          </a:p>
          <a:p>
            <a:pPr marL="0" indent="0">
              <a:buNone/>
            </a:pPr>
            <a:r>
              <a:rPr lang="en-US" altLang="ko-KR" sz="1000" dirty="0" err="1"/>
              <a:t>KAFKA_CLUSTER_ID</a:t>
            </a:r>
            <a:r>
              <a:rPr lang="en-US" altLang="ko-KR" sz="1000" dirty="0" smtClean="0"/>
              <a:t>="$(</a:t>
            </a:r>
            <a:r>
              <a:rPr lang="en-US" altLang="ko-KR" sz="1000" dirty="0"/>
              <a:t>bin/</a:t>
            </a:r>
            <a:r>
              <a:rPr lang="en-US" altLang="ko-KR" sz="1000" dirty="0" err="1"/>
              <a:t>kafka-storage.sh</a:t>
            </a:r>
            <a:r>
              <a:rPr lang="en-US" altLang="ko-KR" sz="1000" dirty="0"/>
              <a:t> random-</a:t>
            </a:r>
            <a:r>
              <a:rPr lang="en-US" altLang="ko-KR" sz="1000" dirty="0" err="1"/>
              <a:t>uuid</a:t>
            </a:r>
            <a:r>
              <a:rPr lang="en-US" altLang="ko-KR" sz="1000" dirty="0" smtClean="0"/>
              <a:t>)"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KAFKA STORAGE FORMAT -&gt; </a:t>
            </a:r>
            <a:r>
              <a:rPr lang="en-US" altLang="ko-KR" sz="1000" dirty="0" err="1"/>
              <a:t>server.properties</a:t>
            </a:r>
            <a:r>
              <a:rPr lang="en-US" altLang="ko-KR" sz="1000" dirty="0"/>
              <a:t> </a:t>
            </a:r>
            <a:r>
              <a:rPr lang="ko-KR" altLang="en-US" sz="1000" dirty="0"/>
              <a:t>파일에서 </a:t>
            </a:r>
            <a:r>
              <a:rPr lang="en-US" altLang="ko-KR" sz="1000" dirty="0"/>
              <a:t>storage </a:t>
            </a:r>
            <a:r>
              <a:rPr lang="ko-KR" altLang="en-US" sz="1000" dirty="0"/>
              <a:t>위치 변경 가능 </a:t>
            </a:r>
            <a:r>
              <a:rPr lang="en-US" altLang="ko-KR" sz="1000" dirty="0"/>
              <a:t>(</a:t>
            </a:r>
            <a:r>
              <a:rPr lang="en-US" altLang="ko-KR" sz="1000" dirty="0" err="1"/>
              <a:t>log.dirs</a:t>
            </a:r>
            <a:r>
              <a:rPr lang="en-US" altLang="ko-KR" sz="1000" dirty="0"/>
              <a:t>.)</a:t>
            </a:r>
            <a:r>
              <a:rPr lang="ko-KR" altLang="en-US" sz="1000" dirty="0"/>
              <a:t> 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kafka-storage.sh</a:t>
            </a:r>
            <a:r>
              <a:rPr lang="en-US" altLang="ko-KR" sz="1000" dirty="0"/>
              <a:t> format --standalone -t $</a:t>
            </a:r>
            <a:r>
              <a:rPr lang="en-US" altLang="ko-KR" sz="1000" dirty="0" err="1"/>
              <a:t>KAFKA_CLUSTER_ID</a:t>
            </a:r>
            <a:r>
              <a:rPr lang="en-US" altLang="ko-KR" sz="1000" dirty="0"/>
              <a:t> -c </a:t>
            </a:r>
            <a:r>
              <a:rPr lang="en-US" altLang="ko-KR" sz="1000" dirty="0" err="1"/>
              <a:t>config</a:t>
            </a:r>
            <a:r>
              <a:rPr lang="en-US" altLang="ko-KR" sz="1000" dirty="0"/>
              <a:t>/</a:t>
            </a:r>
            <a:r>
              <a:rPr lang="en-US" altLang="ko-KR" sz="1000" dirty="0" err="1"/>
              <a:t>server.properties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400" dirty="0"/>
          </a:p>
          <a:p>
            <a:pPr marL="0" lvl="1" indent="0">
              <a:buNone/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22374603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2.4 Apache </a:t>
            </a:r>
            <a:r>
              <a:rPr lang="en-US" altLang="ko-KR" dirty="0" err="1" smtClean="0"/>
              <a:t>Fuseki</a:t>
            </a:r>
            <a:r>
              <a:rPr lang="en-US" altLang="ko-KR" dirty="0" smtClean="0"/>
              <a:t> </a:t>
            </a:r>
            <a:r>
              <a:rPr lang="ko-KR" altLang="en-US" dirty="0" smtClean="0"/>
              <a:t>사용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Kafka Server </a:t>
            </a:r>
            <a:r>
              <a:rPr lang="ko-KR" altLang="en-US" sz="1800" dirty="0"/>
              <a:t>실행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/opt/</a:t>
            </a:r>
            <a:r>
              <a:rPr lang="en-US" altLang="ko-KR" sz="1000" dirty="0" err="1"/>
              <a:t>kafka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 server </a:t>
            </a:r>
            <a:r>
              <a:rPr lang="ko-KR" altLang="en-US" sz="1000" dirty="0"/>
              <a:t>실행 </a:t>
            </a:r>
            <a:r>
              <a:rPr lang="en-US" altLang="ko-KR" sz="1000" dirty="0"/>
              <a:t>(</a:t>
            </a:r>
            <a:r>
              <a:rPr lang="ko-KR" altLang="en-US" sz="1000" dirty="0" err="1"/>
              <a:t>교육목적</a:t>
            </a:r>
            <a:r>
              <a:rPr lang="en-US" altLang="ko-KR" sz="1000" dirty="0"/>
              <a:t>)</a:t>
            </a:r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-server-</a:t>
            </a:r>
            <a:r>
              <a:rPr lang="en-US" altLang="ko-KR" sz="1000" dirty="0" err="1"/>
              <a:t>start.sh</a:t>
            </a:r>
            <a:r>
              <a:rPr lang="en-US" altLang="ko-KR" sz="1000" dirty="0"/>
              <a:t> ./</a:t>
            </a:r>
            <a:r>
              <a:rPr lang="en-US" altLang="ko-KR" sz="1000" dirty="0" err="1"/>
              <a:t>config</a:t>
            </a:r>
            <a:r>
              <a:rPr lang="en-US" altLang="ko-KR" sz="1000" dirty="0"/>
              <a:t>/</a:t>
            </a:r>
            <a:r>
              <a:rPr lang="en-US" altLang="ko-KR" sz="1000" dirty="0" err="1"/>
              <a:t>server.properties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 server daemon </a:t>
            </a:r>
            <a:r>
              <a:rPr lang="ko-KR" altLang="en-US" sz="1000" dirty="0"/>
              <a:t>실행할 경우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-server-</a:t>
            </a:r>
            <a:r>
              <a:rPr lang="en-US" altLang="ko-KR" sz="1000" dirty="0" err="1"/>
              <a:t>start.sh</a:t>
            </a:r>
            <a:r>
              <a:rPr lang="en-US" altLang="ko-KR" sz="1000" dirty="0"/>
              <a:t> -daemon ./</a:t>
            </a:r>
            <a:r>
              <a:rPr lang="en-US" altLang="ko-KR" sz="1000" dirty="0" err="1"/>
              <a:t>config</a:t>
            </a:r>
            <a:r>
              <a:rPr lang="en-US" altLang="ko-KR" sz="1000" dirty="0"/>
              <a:t>/</a:t>
            </a:r>
            <a:r>
              <a:rPr lang="en-US" altLang="ko-KR" sz="1000" dirty="0" err="1"/>
              <a:t>server.properties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/opt/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/logs/</a:t>
            </a:r>
            <a:r>
              <a:rPr lang="en-US" altLang="ko-KR" sz="1000" dirty="0" err="1"/>
              <a:t>server.log</a:t>
            </a:r>
            <a:r>
              <a:rPr lang="en-US" altLang="ko-KR" sz="1000" dirty="0"/>
              <a:t> </a:t>
            </a:r>
            <a:r>
              <a:rPr lang="ko-KR" altLang="en-US" sz="1000" dirty="0"/>
              <a:t>에서 </a:t>
            </a:r>
            <a:r>
              <a:rPr lang="en-US" altLang="ko-KR" sz="1000" dirty="0"/>
              <a:t>daemon </a:t>
            </a:r>
            <a:r>
              <a:rPr lang="ko-KR" altLang="en-US" sz="1000" dirty="0"/>
              <a:t>로그 확인 가능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 server daemon </a:t>
            </a:r>
            <a:r>
              <a:rPr lang="ko-KR" altLang="en-US" sz="1000" dirty="0"/>
              <a:t>종료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-server-</a:t>
            </a:r>
            <a:r>
              <a:rPr lang="en-US" altLang="ko-KR" sz="1000" dirty="0" err="1"/>
              <a:t>stop.sh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400" dirty="0"/>
          </a:p>
          <a:p>
            <a:pPr marL="0" lvl="1" indent="0">
              <a:buNone/>
            </a:pPr>
            <a:endParaRPr lang="en-US" altLang="ko-KR" sz="14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1576" y="152400"/>
            <a:ext cx="7344030" cy="685800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912" y="-99392"/>
            <a:ext cx="734403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217406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2.1 </a:t>
            </a:r>
            <a:r>
              <a:rPr lang="en-US" altLang="ko-KR" dirty="0"/>
              <a:t>Apache Kafka Quick Start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TOPIC </a:t>
            </a:r>
            <a:r>
              <a:rPr lang="ko-KR" altLang="en-US" sz="1800" dirty="0"/>
              <a:t>생성 및 </a:t>
            </a:r>
            <a:r>
              <a:rPr lang="en-US" altLang="ko-KR" sz="1800" dirty="0"/>
              <a:t>Producer/</a:t>
            </a:r>
            <a:r>
              <a:rPr lang="en-US" altLang="ko-KR" sz="1800" dirty="0" err="1"/>
              <a:t>Comsumer</a:t>
            </a:r>
            <a:r>
              <a:rPr lang="en-US" altLang="ko-KR" sz="1800" dirty="0"/>
              <a:t> </a:t>
            </a:r>
            <a:r>
              <a:rPr lang="ko-KR" altLang="en-US" sz="1800" dirty="0"/>
              <a:t>테스트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9026" y="2420888"/>
            <a:ext cx="8715748" cy="685800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2760" y="512763"/>
            <a:ext cx="87157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223571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3.1 </a:t>
            </a:r>
            <a:r>
              <a:rPr lang="en-US" altLang="ko-KR" dirty="0" err="1"/>
              <a:t>AKHQ</a:t>
            </a:r>
            <a:r>
              <a:rPr lang="ko-KR" altLang="en-US" dirty="0"/>
              <a:t> 설치 및 연동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A...</a:t>
            </a:r>
            <a:r>
              <a:rPr lang="ko-KR" altLang="en-US" sz="1800" dirty="0"/>
              <a:t>는 </a:t>
            </a:r>
            <a:r>
              <a:rPr lang="en-US" altLang="ko-KR" sz="1800" dirty="0"/>
              <a:t>Web </a:t>
            </a:r>
            <a:r>
              <a:rPr lang="ko-KR" altLang="en-US" sz="1800" dirty="0"/>
              <a:t>기반의 모니터링 및 관리 화면으로 </a:t>
            </a:r>
            <a:r>
              <a:rPr lang="en-US" altLang="ko-KR" sz="1800" dirty="0"/>
              <a:t>KAFKA</a:t>
            </a:r>
            <a:r>
              <a:rPr lang="ko-KR" altLang="en-US" sz="1800" dirty="0"/>
              <a:t>와 연동하여 </a:t>
            </a:r>
            <a:r>
              <a:rPr lang="en-US" altLang="ko-KR" sz="1800" dirty="0"/>
              <a:t>TOPIC</a:t>
            </a:r>
            <a:r>
              <a:rPr lang="ko-KR" altLang="en-US" sz="1800" dirty="0"/>
              <a:t>의 상태를 확인하고 제어 할 수 있는 기본 기능을 제공한다</a:t>
            </a:r>
            <a:endParaRPr lang="en-US" altLang="ko-KR" sz="1800" dirty="0"/>
          </a:p>
          <a:p>
            <a:pPr>
              <a:buFontTx/>
              <a:buChar char="•"/>
            </a:pPr>
            <a:r>
              <a:rPr lang="ko-KR" altLang="en-US" sz="1800" dirty="0"/>
              <a:t>현재 버전 업그레이드가 진행되지 않고 있어서 다소 정체된 상태이다</a:t>
            </a:r>
            <a:r>
              <a:rPr lang="en-US" altLang="ko-KR" sz="1800" dirty="0"/>
              <a:t>.</a:t>
            </a:r>
          </a:p>
          <a:p>
            <a:pPr>
              <a:buFontTx/>
              <a:buChar char="•"/>
            </a:pPr>
            <a:endParaRPr lang="en-US" altLang="ko-KR" sz="18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AKHQ</a:t>
            </a:r>
            <a:r>
              <a:rPr lang="en-US" altLang="ko-KR" sz="1000" dirty="0"/>
              <a:t> </a:t>
            </a:r>
            <a:r>
              <a:rPr lang="ko-KR" altLang="en-US" sz="1000" dirty="0"/>
              <a:t>소스 코드 위치 </a:t>
            </a:r>
            <a:r>
              <a:rPr lang="en-US" altLang="ko-KR" sz="1000" dirty="0"/>
              <a:t>-&gt; </a:t>
            </a:r>
            <a:r>
              <a:rPr lang="en-US" altLang="ko-KR" sz="1000" dirty="0" err="1"/>
              <a:t>AKHQ</a:t>
            </a:r>
            <a:r>
              <a:rPr lang="ko-KR" altLang="en-US" sz="1000" dirty="0"/>
              <a:t>는 자바로 개발되어 있으며 </a:t>
            </a:r>
            <a:r>
              <a:rPr lang="en-US" altLang="ko-KR" sz="1000" dirty="0"/>
              <a:t>jar </a:t>
            </a:r>
            <a:r>
              <a:rPr lang="ko-KR" altLang="en-US" sz="1000" dirty="0"/>
              <a:t>파일 하나만 있으면 실행할 수 있지만 이번 </a:t>
            </a:r>
            <a:r>
              <a:rPr lang="en-US" altLang="ko-KR" sz="1000" dirty="0"/>
              <a:t>Hands On </a:t>
            </a:r>
            <a:r>
              <a:rPr lang="ko-KR" altLang="en-US" sz="1000" dirty="0"/>
              <a:t>에서는 </a:t>
            </a:r>
            <a:r>
              <a:rPr lang="en-US" altLang="ko-KR" sz="1000" dirty="0" err="1"/>
              <a:t>docker</a:t>
            </a:r>
            <a:r>
              <a:rPr lang="ko-KR" altLang="en-US" sz="1000" dirty="0"/>
              <a:t>를 이용하겠다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en-US" altLang="ko-KR" sz="1000" dirty="0" err="1"/>
              <a:t>AKHQ</a:t>
            </a:r>
            <a:r>
              <a:rPr lang="en-US" altLang="ko-KR" sz="1000" dirty="0"/>
              <a:t> : https://</a:t>
            </a:r>
            <a:r>
              <a:rPr lang="en-US" altLang="ko-KR" sz="1000" dirty="0" err="1"/>
              <a:t>github.com</a:t>
            </a:r>
            <a:r>
              <a:rPr lang="en-US" altLang="ko-KR" sz="1000" dirty="0"/>
              <a:t>/</a:t>
            </a:r>
            <a:r>
              <a:rPr lang="en-US" altLang="ko-KR" sz="1000" dirty="0" err="1"/>
              <a:t>tchiotludo</a:t>
            </a:r>
            <a:r>
              <a:rPr lang="en-US" altLang="ko-KR" sz="1000" dirty="0"/>
              <a:t>/</a:t>
            </a:r>
            <a:r>
              <a:rPr lang="en-US" altLang="ko-KR" sz="1000" dirty="0" err="1"/>
              <a:t>akhq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기존에 실행되어 있는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container</a:t>
            </a:r>
            <a:r>
              <a:rPr lang="ko-KR" altLang="en-US" sz="1000" dirty="0"/>
              <a:t>가 있으면 아래 명령을 이용해서 모두 종료한다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sv-SE" altLang="ko-KR" sz="1000" dirty="0"/>
              <a:t>sudo docker stop $(sudo docker ps -aq)</a:t>
            </a:r>
          </a:p>
          <a:p>
            <a:pPr marL="0" indent="0">
              <a:buNone/>
            </a:pPr>
            <a:endParaRPr lang="sv-SE" altLang="ko-KR" sz="1000" dirty="0"/>
          </a:p>
          <a:p>
            <a:pPr marL="0" indent="0">
              <a:buNone/>
            </a:pPr>
            <a:r>
              <a:rPr lang="sv-SE" altLang="ko-KR" sz="1000" dirty="0"/>
              <a:t># AKHQ</a:t>
            </a:r>
            <a:r>
              <a:rPr lang="ko-KR" altLang="en-US" sz="1000" dirty="0"/>
              <a:t>와 </a:t>
            </a:r>
            <a:r>
              <a:rPr lang="en-US" altLang="ko-KR" sz="1000" dirty="0"/>
              <a:t>Apache Kafka 3</a:t>
            </a:r>
            <a:r>
              <a:rPr lang="ko-KR" altLang="en-US" sz="1000" dirty="0"/>
              <a:t>개의 </a:t>
            </a:r>
            <a:r>
              <a:rPr lang="en-US" altLang="ko-KR" sz="1000" dirty="0"/>
              <a:t>Cluster Node</a:t>
            </a:r>
            <a:r>
              <a:rPr lang="ko-KR" altLang="en-US" sz="1000" dirty="0"/>
              <a:t>를 실행할 수 있는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compose</a:t>
            </a:r>
            <a:r>
              <a:rPr lang="ko-KR" altLang="en-US" sz="1000" dirty="0"/>
              <a:t>를 아래와 같이 실행한다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en-US" altLang="ko-KR" sz="1000" dirty="0"/>
              <a:t>cd /home/user/Desktop/material</a:t>
            </a:r>
          </a:p>
          <a:p>
            <a:pPr marL="0" indent="0">
              <a:buNone/>
            </a:pPr>
            <a:r>
              <a:rPr lang="en-US" altLang="ko-KR" sz="1000" dirty="0" err="1"/>
              <a:t>docker</a:t>
            </a:r>
            <a:r>
              <a:rPr lang="en-US" altLang="ko-KR" sz="1000" dirty="0"/>
              <a:t> compose -f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-compose-</a:t>
            </a:r>
            <a:r>
              <a:rPr lang="en-US" altLang="ko-KR" sz="1000" dirty="0" err="1"/>
              <a:t>akhq.yml</a:t>
            </a:r>
            <a:r>
              <a:rPr lang="en-US" altLang="ko-KR" sz="1000" dirty="0"/>
              <a:t> up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아래 그림과 같이 기존 </a:t>
            </a:r>
            <a:r>
              <a:rPr lang="en-US" altLang="ko-KR" sz="1000" dirty="0"/>
              <a:t>6</a:t>
            </a:r>
            <a:r>
              <a:rPr lang="ko-KR" altLang="en-US" sz="1000" dirty="0"/>
              <a:t>개의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</a:t>
            </a:r>
            <a:r>
              <a:rPr lang="ko-KR" altLang="en-US" sz="1000" dirty="0"/>
              <a:t>프로세스 외에 </a:t>
            </a:r>
            <a:r>
              <a:rPr lang="en-US" altLang="ko-KR" sz="1000" dirty="0" err="1"/>
              <a:t>akhq</a:t>
            </a:r>
            <a:r>
              <a:rPr lang="ko-KR" altLang="en-US" sz="1000" dirty="0"/>
              <a:t>가 </a:t>
            </a:r>
            <a:r>
              <a:rPr lang="en-US" altLang="ko-KR" sz="1000" dirty="0"/>
              <a:t>8080 </a:t>
            </a:r>
            <a:r>
              <a:rPr lang="ko-KR" altLang="en-US" sz="1000" dirty="0"/>
              <a:t>포트로 추가된 것을 확인 할 수 있다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504" y="4221088"/>
            <a:ext cx="9163496" cy="117267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88504" y="4435634"/>
            <a:ext cx="9163496" cy="145891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103784" y="620688"/>
            <a:ext cx="8802000" cy="685800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0752" y="2619858"/>
            <a:ext cx="880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982767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3.1 </a:t>
            </a:r>
            <a:r>
              <a:rPr lang="en-US" altLang="ko-KR" dirty="0" err="1"/>
              <a:t>AKHQ</a:t>
            </a:r>
            <a:r>
              <a:rPr lang="ko-KR" altLang="en-US" dirty="0"/>
              <a:t> 설치 및 연동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87760" y="44624"/>
            <a:ext cx="6306207" cy="685800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0872" y="152400"/>
            <a:ext cx="6306207" cy="6858000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786" y="1124744"/>
            <a:ext cx="6306207" cy="6858000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9660" y="1628800"/>
            <a:ext cx="63062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750092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d2r_3">
  <a:themeElements>
    <a:clrScheme name="d2r_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2r_3">
      <a:majorFont>
        <a:latin typeface="HY헤드라인M"/>
        <a:ea typeface="HY헤드라인M"/>
        <a:cs typeface=""/>
      </a:majorFont>
      <a:minorFont>
        <a:latin typeface="HY견명조"/>
        <a:ea typeface="HY견명조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  <a:effectLst>
          <a:outerShdw blurRad="50800" dist="38100" dir="2700000" algn="tl" rotWithShape="0">
            <a:prstClr val="black">
              <a:alpha val="40000"/>
            </a:prstClr>
          </a:outerShdw>
        </a:effectLst>
      </a:spPr>
      <a:bodyPr lIns="288000" rIns="288000" rtlCol="0" anchor="ctr"/>
      <a:lstStyle>
        <a:defPPr algn="ctr">
          <a:defRPr dirty="0" err="1" smtClean="0">
            <a:solidFill>
              <a:schemeClr val="tx1"/>
            </a:solidFill>
            <a:latin typeface="맑은 고딕" pitchFamily="50" charset="-127"/>
            <a:ea typeface="맑은 고딕" pitchFamily="50" charset="-12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marL="342900" indent="-342900">
          <a:defRPr smtClean="0">
            <a:latin typeface="맑은 고딕" pitchFamily="50" charset="-127"/>
            <a:ea typeface="맑은 고딕" pitchFamily="50" charset="-127"/>
          </a:defRPr>
        </a:defPPr>
      </a:lstStyle>
    </a:txDef>
  </a:objectDefaults>
  <a:extraClrSchemeLst>
    <a:extraClrScheme>
      <a:clrScheme name="d2r_3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2r_3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2r_3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2r_3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2r_3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2r_3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d2r_3</Template>
  <TotalTime>51025</TotalTime>
  <Words>1137</Words>
  <Application>Microsoft Office PowerPoint</Application>
  <PresentationFormat>A4 용지(210x297mm)</PresentationFormat>
  <Paragraphs>215</Paragraphs>
  <Slides>18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7" baseType="lpstr">
      <vt:lpstr>HY견고딕</vt:lpstr>
      <vt:lpstr>HY울릉도M</vt:lpstr>
      <vt:lpstr>HY헤드라인M</vt:lpstr>
      <vt:lpstr>굴림</vt:lpstr>
      <vt:lpstr>맑은 고딕</vt:lpstr>
      <vt:lpstr>바탕</vt:lpstr>
      <vt:lpstr>Arial</vt:lpstr>
      <vt:lpstr>Arial Black</vt:lpstr>
      <vt:lpstr>d2r_3</vt:lpstr>
      <vt:lpstr>PowerPoint 프레젠테이션</vt:lpstr>
      <vt:lpstr>목차</vt:lpstr>
      <vt:lpstr>PowerPoint 프레젠테이션</vt:lpstr>
      <vt:lpstr>1.1 Hands On Lab 목적</vt:lpstr>
      <vt:lpstr>1.2 Hands On Lab 환경</vt:lpstr>
      <vt:lpstr>1.3 Oracle Virtual Box 설치 및 준비</vt:lpstr>
      <vt:lpstr>1.3 Oracle Virtual Box 설치 및 준비</vt:lpstr>
      <vt:lpstr>1.3 Oracle Virtual Box 설치 및 준비</vt:lpstr>
      <vt:lpstr>1.3 Oracle Virtual Box 설치 및 준비</vt:lpstr>
      <vt:lpstr>1.3 Oracle Virtual Box 설치 및 준비</vt:lpstr>
      <vt:lpstr>PowerPoint 프레젠테이션</vt:lpstr>
      <vt:lpstr>2.1 서울시 실시간 도시 데이터 사용</vt:lpstr>
      <vt:lpstr>2.1 ollama 설치 및 간단한 사용</vt:lpstr>
      <vt:lpstr>2.1 Open WEB UI 설치 및 테스트</vt:lpstr>
      <vt:lpstr>2.4 Apache Fuseki 사용</vt:lpstr>
      <vt:lpstr>2.1 Apache Kafka Quick Start</vt:lpstr>
      <vt:lpstr>3.1 AKHQ 설치 및 연동</vt:lpstr>
      <vt:lpstr>3.1 AKHQ 설치 및 연동</vt:lpstr>
    </vt:vector>
  </TitlesOfParts>
  <Company>(주)한글과컴퓨터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표준 소개 자료</dc:title>
  <dc:creator>장윤기</dc:creator>
  <dc:description>표준 제품 소개 자료 (2005.01.24일 버젼)</dc:description>
  <cp:lastModifiedBy>Microsoft 계정</cp:lastModifiedBy>
  <cp:revision>2626</cp:revision>
  <dcterms:created xsi:type="dcterms:W3CDTF">2004-03-31T04:49:24Z</dcterms:created>
  <dcterms:modified xsi:type="dcterms:W3CDTF">2026-05-11T04:33:36Z</dcterms:modified>
</cp:coreProperties>
</file>